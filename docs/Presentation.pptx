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90" r:id="rId2"/>
    <p:sldId id="291" r:id="rId3"/>
    <p:sldId id="295" r:id="rId4"/>
    <p:sldId id="292" r:id="rId5"/>
    <p:sldId id="293" r:id="rId6"/>
    <p:sldId id="258" r:id="rId7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9"/>
      <p:bold r:id="rId10"/>
      <p:italic r:id="rId11"/>
      <p:boldItalic r:id="rId12"/>
    </p:embeddedFont>
    <p:embeddedFont>
      <p:font typeface="Fira Sans Extra Condensed SemiBold" panose="020B060402020202020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A59E"/>
    <a:srgbClr val="03A49E"/>
    <a:srgbClr val="ABBFDF"/>
    <a:srgbClr val="FDFDFD"/>
    <a:srgbClr val="726392"/>
    <a:srgbClr val="8798BB"/>
    <a:srgbClr val="596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788DAA-D0B5-4A0E-98E5-D1BD9E1802BA}">
  <a:tblStyle styleId="{2A788DAA-D0B5-4A0E-98E5-D1BD9E1802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32" y="4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29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>
          <a:extLst>
            <a:ext uri="{FF2B5EF4-FFF2-40B4-BE49-F238E27FC236}">
              <a16:creationId xmlns:a16="http://schemas.microsoft.com/office/drawing/2014/main" id="{D8CB456C-FF7E-69F3-FD0E-DAD48A7D5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d79ed1dba6_0_1513:notes">
            <a:extLst>
              <a:ext uri="{FF2B5EF4-FFF2-40B4-BE49-F238E27FC236}">
                <a16:creationId xmlns:a16="http://schemas.microsoft.com/office/drawing/2014/main" id="{B0A96948-7571-3B89-95F9-BB7365517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d79ed1dba6_0_1513:notes">
            <a:extLst>
              <a:ext uri="{FF2B5EF4-FFF2-40B4-BE49-F238E27FC236}">
                <a16:creationId xmlns:a16="http://schemas.microsoft.com/office/drawing/2014/main" id="{D2AB0520-2897-1C6E-D8D8-6A407FEF3B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094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>
          <a:extLst>
            <a:ext uri="{FF2B5EF4-FFF2-40B4-BE49-F238E27FC236}">
              <a16:creationId xmlns:a16="http://schemas.microsoft.com/office/drawing/2014/main" id="{F71E1E3A-A913-400B-A349-DEA5C646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d79ed1dba6_0_1116:notes">
            <a:extLst>
              <a:ext uri="{FF2B5EF4-FFF2-40B4-BE49-F238E27FC236}">
                <a16:creationId xmlns:a16="http://schemas.microsoft.com/office/drawing/2014/main" id="{59FDDD29-06B1-2580-A819-0E37A68892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d79ed1dba6_0_1116:notes">
            <a:extLst>
              <a:ext uri="{FF2B5EF4-FFF2-40B4-BE49-F238E27FC236}">
                <a16:creationId xmlns:a16="http://schemas.microsoft.com/office/drawing/2014/main" id="{8B7CAC3F-902C-A01A-81C8-0C994F24A9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139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>
          <a:extLst>
            <a:ext uri="{FF2B5EF4-FFF2-40B4-BE49-F238E27FC236}">
              <a16:creationId xmlns:a16="http://schemas.microsoft.com/office/drawing/2014/main" id="{BBDF265A-E881-F946-3AEF-5441E0E6A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d7bdbd433f_0_101:notes">
            <a:extLst>
              <a:ext uri="{FF2B5EF4-FFF2-40B4-BE49-F238E27FC236}">
                <a16:creationId xmlns:a16="http://schemas.microsoft.com/office/drawing/2014/main" id="{E5C2E12E-B742-A12A-33F6-33DDBE502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d7bdbd433f_0_101:notes">
            <a:extLst>
              <a:ext uri="{FF2B5EF4-FFF2-40B4-BE49-F238E27FC236}">
                <a16:creationId xmlns:a16="http://schemas.microsoft.com/office/drawing/2014/main" id="{5F79E089-32F0-B8D9-9A19-2F9149B2A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122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89481b2ec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89481b2ec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800600" y="977425"/>
            <a:ext cx="3800400" cy="265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10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800600" y="3825575"/>
            <a:ext cx="3800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504750" y="475516"/>
            <a:ext cx="8134500" cy="2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1388100" y="5263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549400" y="1169250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ubTitle" idx="1"/>
          </p:nvPr>
        </p:nvSpPr>
        <p:spPr>
          <a:xfrm>
            <a:off x="2549400" y="2739150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08F3-28BD-E9F0-385E-556B0605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6579-1247-6DB1-9DF8-248520823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46EF8-A935-23FA-6461-02B91E4CB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5F81-4139-46FF-824F-28FC202FE966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54A45-2F4E-C04A-39CF-F67B19BD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8D84D-32AC-EC69-2FF4-55C68F61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B3AC-77A4-43F1-845B-424C8C16E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0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oom with chairs and tables&#10;&#10;AI-generated content may be incorrect.">
            <a:extLst>
              <a:ext uri="{FF2B5EF4-FFF2-40B4-BE49-F238E27FC236}">
                <a16:creationId xmlns:a16="http://schemas.microsoft.com/office/drawing/2014/main" id="{C0A00E89-C61B-0B5C-9716-A72345505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29"/>
          <a:stretch>
            <a:fillRect/>
          </a:stretch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  <p:pic>
        <p:nvPicPr>
          <p:cNvPr id="4" name="Picture 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003C9B7-09BF-ABBC-E6E6-A299ABE1E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810" y="4150680"/>
            <a:ext cx="1856380" cy="85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rtoon of a person surrounded by people&#10;&#10;AI-generated content may be incorrect.">
            <a:extLst>
              <a:ext uri="{FF2B5EF4-FFF2-40B4-BE49-F238E27FC236}">
                <a16:creationId xmlns:a16="http://schemas.microsoft.com/office/drawing/2014/main" id="{E90CFC79-C3FC-0878-CDB3-C6656323B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89" b="28072"/>
          <a:stretch>
            <a:fillRect/>
          </a:stretch>
        </p:blipFill>
        <p:spPr>
          <a:xfrm>
            <a:off x="15" y="0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84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>
          <a:extLst>
            <a:ext uri="{FF2B5EF4-FFF2-40B4-BE49-F238E27FC236}">
              <a16:creationId xmlns:a16="http://schemas.microsoft.com/office/drawing/2014/main" id="{927F6CE0-A925-C2A4-E2C4-551F798F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689;p34">
            <a:extLst>
              <a:ext uri="{FF2B5EF4-FFF2-40B4-BE49-F238E27FC236}">
                <a16:creationId xmlns:a16="http://schemas.microsoft.com/office/drawing/2014/main" id="{723149AB-3E94-6EBA-9EBB-027583DEAD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750" y="475516"/>
            <a:ext cx="8134500" cy="2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Unlock </a:t>
            </a:r>
            <a:r>
              <a:rPr lang="en" i="1" dirty="0"/>
              <a:t>a whole new world </a:t>
            </a:r>
            <a:r>
              <a:rPr lang="en" dirty="0"/>
              <a:t>of Agile efficiency</a:t>
            </a:r>
            <a:endParaRPr dirty="0"/>
          </a:p>
        </p:txBody>
      </p:sp>
      <p:pic>
        <p:nvPicPr>
          <p:cNvPr id="51" name="Graphic 50" descr="Genie Bottle with solid fill">
            <a:extLst>
              <a:ext uri="{FF2B5EF4-FFF2-40B4-BE49-F238E27FC236}">
                <a16:creationId xmlns:a16="http://schemas.microsoft.com/office/drawing/2014/main" id="{19DD27E6-C0BF-9A14-207A-5E67B3CCD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41" y="2222773"/>
            <a:ext cx="2204256" cy="2204256"/>
          </a:xfrm>
          <a:prstGeom prst="rect">
            <a:avLst/>
          </a:prstGeom>
        </p:spPr>
      </p:pic>
      <p:grpSp>
        <p:nvGrpSpPr>
          <p:cNvPr id="54" name="Google Shape;457;p26">
            <a:extLst>
              <a:ext uri="{FF2B5EF4-FFF2-40B4-BE49-F238E27FC236}">
                <a16:creationId xmlns:a16="http://schemas.microsoft.com/office/drawing/2014/main" id="{C8EAA09E-D219-9D41-B6FF-7F92053BF02E}"/>
              </a:ext>
            </a:extLst>
          </p:cNvPr>
          <p:cNvGrpSpPr/>
          <p:nvPr/>
        </p:nvGrpSpPr>
        <p:grpSpPr>
          <a:xfrm>
            <a:off x="3715890" y="1215013"/>
            <a:ext cx="1354500" cy="3123300"/>
            <a:chOff x="1548690" y="1423813"/>
            <a:chExt cx="1354500" cy="3123300"/>
          </a:xfrm>
        </p:grpSpPr>
        <p:sp>
          <p:nvSpPr>
            <p:cNvPr id="55" name="Google Shape;458;p26">
              <a:extLst>
                <a:ext uri="{FF2B5EF4-FFF2-40B4-BE49-F238E27FC236}">
                  <a16:creationId xmlns:a16="http://schemas.microsoft.com/office/drawing/2014/main" id="{DBC14562-DC41-5A12-3F4F-10B233DEEB02}"/>
                </a:ext>
              </a:extLst>
            </p:cNvPr>
            <p:cNvSpPr/>
            <p:nvPr/>
          </p:nvSpPr>
          <p:spPr>
            <a:xfrm>
              <a:off x="1548690" y="1423813"/>
              <a:ext cx="1354500" cy="312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6" name="Google Shape;459;p26">
              <a:extLst>
                <a:ext uri="{FF2B5EF4-FFF2-40B4-BE49-F238E27FC236}">
                  <a16:creationId xmlns:a16="http://schemas.microsoft.com/office/drawing/2014/main" id="{9064F199-6F99-C791-6F93-05D1B6E911B3}"/>
                </a:ext>
              </a:extLst>
            </p:cNvPr>
            <p:cNvSpPr txBox="1"/>
            <p:nvPr/>
          </p:nvSpPr>
          <p:spPr>
            <a:xfrm>
              <a:off x="1548690" y="1553100"/>
              <a:ext cx="1354500" cy="4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1</a:t>
              </a:r>
              <a:endParaRPr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57" name="Google Shape;460;p26">
              <a:extLst>
                <a:ext uri="{FF2B5EF4-FFF2-40B4-BE49-F238E27FC236}">
                  <a16:creationId xmlns:a16="http://schemas.microsoft.com/office/drawing/2014/main" id="{A8C0B837-8464-89DA-9AB4-03018D4CD36F}"/>
                </a:ext>
              </a:extLst>
            </p:cNvPr>
            <p:cNvSpPr txBox="1"/>
            <p:nvPr/>
          </p:nvSpPr>
          <p:spPr>
            <a:xfrm>
              <a:off x="1549290" y="2141821"/>
              <a:ext cx="1353300" cy="9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Evaluate user stories following AMA guidelines</a:t>
              </a:r>
              <a:endParaRPr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8" name="Google Shape;465;p26">
            <a:extLst>
              <a:ext uri="{FF2B5EF4-FFF2-40B4-BE49-F238E27FC236}">
                <a16:creationId xmlns:a16="http://schemas.microsoft.com/office/drawing/2014/main" id="{1829D245-8BEB-E7BF-B8FD-9468CF08F90F}"/>
              </a:ext>
            </a:extLst>
          </p:cNvPr>
          <p:cNvGrpSpPr/>
          <p:nvPr/>
        </p:nvGrpSpPr>
        <p:grpSpPr>
          <a:xfrm>
            <a:off x="5218383" y="1215013"/>
            <a:ext cx="1354500" cy="3123300"/>
            <a:chOff x="2979183" y="1423813"/>
            <a:chExt cx="1354500" cy="3123300"/>
          </a:xfrm>
        </p:grpSpPr>
        <p:sp>
          <p:nvSpPr>
            <p:cNvPr id="59" name="Google Shape;466;p26">
              <a:extLst>
                <a:ext uri="{FF2B5EF4-FFF2-40B4-BE49-F238E27FC236}">
                  <a16:creationId xmlns:a16="http://schemas.microsoft.com/office/drawing/2014/main" id="{31655AEF-BCE0-6FE7-07EF-7AD6BF868814}"/>
                </a:ext>
              </a:extLst>
            </p:cNvPr>
            <p:cNvSpPr/>
            <p:nvPr/>
          </p:nvSpPr>
          <p:spPr>
            <a:xfrm>
              <a:off x="2979183" y="1423813"/>
              <a:ext cx="1354500" cy="3123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60" name="Google Shape;467;p26">
              <a:extLst>
                <a:ext uri="{FF2B5EF4-FFF2-40B4-BE49-F238E27FC236}">
                  <a16:creationId xmlns:a16="http://schemas.microsoft.com/office/drawing/2014/main" id="{2751D294-F852-D079-5F51-1E0DE7982FC9}"/>
                </a:ext>
              </a:extLst>
            </p:cNvPr>
            <p:cNvSpPr txBox="1"/>
            <p:nvPr/>
          </p:nvSpPr>
          <p:spPr>
            <a:xfrm>
              <a:off x="2979783" y="1553100"/>
              <a:ext cx="1353300" cy="47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2</a:t>
              </a:r>
              <a:endParaRPr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61" name="Google Shape;468;p26">
              <a:extLst>
                <a:ext uri="{FF2B5EF4-FFF2-40B4-BE49-F238E27FC236}">
                  <a16:creationId xmlns:a16="http://schemas.microsoft.com/office/drawing/2014/main" id="{615A0AE7-4D82-FB9A-5E97-FC60D2393ABF}"/>
                </a:ext>
              </a:extLst>
            </p:cNvPr>
            <p:cNvSpPr txBox="1"/>
            <p:nvPr/>
          </p:nvSpPr>
          <p:spPr>
            <a:xfrm>
              <a:off x="2979783" y="2141821"/>
              <a:ext cx="1353300" cy="9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Break down work into smaller, actionable tasks</a:t>
              </a:r>
              <a:endParaRPr sz="12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" name="Google Shape;469;p26">
            <a:extLst>
              <a:ext uri="{FF2B5EF4-FFF2-40B4-BE49-F238E27FC236}">
                <a16:creationId xmlns:a16="http://schemas.microsoft.com/office/drawing/2014/main" id="{3039762F-A755-499C-B3B6-C25C11276E78}"/>
              </a:ext>
            </a:extLst>
          </p:cNvPr>
          <p:cNvGrpSpPr/>
          <p:nvPr/>
        </p:nvGrpSpPr>
        <p:grpSpPr>
          <a:xfrm>
            <a:off x="6720876" y="1215013"/>
            <a:ext cx="1354500" cy="3123300"/>
            <a:chOff x="4409675" y="1423838"/>
            <a:chExt cx="1354500" cy="3123300"/>
          </a:xfrm>
        </p:grpSpPr>
        <p:sp>
          <p:nvSpPr>
            <p:cNvPr id="63" name="Google Shape;470;p26">
              <a:extLst>
                <a:ext uri="{FF2B5EF4-FFF2-40B4-BE49-F238E27FC236}">
                  <a16:creationId xmlns:a16="http://schemas.microsoft.com/office/drawing/2014/main" id="{07C29B29-D460-5D78-0020-A33C113088B5}"/>
                </a:ext>
              </a:extLst>
            </p:cNvPr>
            <p:cNvSpPr/>
            <p:nvPr/>
          </p:nvSpPr>
          <p:spPr>
            <a:xfrm>
              <a:off x="4409675" y="1423838"/>
              <a:ext cx="1354500" cy="3123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96" name="Google Shape;471;p26">
              <a:extLst>
                <a:ext uri="{FF2B5EF4-FFF2-40B4-BE49-F238E27FC236}">
                  <a16:creationId xmlns:a16="http://schemas.microsoft.com/office/drawing/2014/main" id="{9A3999E2-7F00-CA38-4BCD-A2428AA7CD42}"/>
                </a:ext>
              </a:extLst>
            </p:cNvPr>
            <p:cNvSpPr txBox="1"/>
            <p:nvPr/>
          </p:nvSpPr>
          <p:spPr>
            <a:xfrm>
              <a:off x="4410275" y="1553134"/>
              <a:ext cx="1353300" cy="47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2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Step 3</a:t>
              </a:r>
              <a:endParaRPr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97" name="Google Shape;472;p26">
              <a:extLst>
                <a:ext uri="{FF2B5EF4-FFF2-40B4-BE49-F238E27FC236}">
                  <a16:creationId xmlns:a16="http://schemas.microsoft.com/office/drawing/2014/main" id="{2DB9AA24-141F-6A10-C40D-B1E1427308D9}"/>
                </a:ext>
              </a:extLst>
            </p:cNvPr>
            <p:cNvSpPr txBox="1"/>
            <p:nvPr/>
          </p:nvSpPr>
          <p:spPr>
            <a:xfrm>
              <a:off x="4410275" y="2141821"/>
              <a:ext cx="1353300" cy="9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dirty="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Seamlessly integrate into existing Agile processes</a:t>
              </a:r>
              <a:endParaRPr sz="13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98" name="Picture 897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0C6480D-F358-A8F4-F671-A939C6CCF1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204" y="1654842"/>
            <a:ext cx="1413194" cy="65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0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>
          <a:extLst>
            <a:ext uri="{FF2B5EF4-FFF2-40B4-BE49-F238E27FC236}">
              <a16:creationId xmlns:a16="http://schemas.microsoft.com/office/drawing/2014/main" id="{79E6137D-EAB0-9118-06D7-468A16038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4">
            <a:extLst>
              <a:ext uri="{FF2B5EF4-FFF2-40B4-BE49-F238E27FC236}">
                <a16:creationId xmlns:a16="http://schemas.microsoft.com/office/drawing/2014/main" id="{3C4FF1AC-2F74-AB5B-42AD-33B5AA853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4750" y="475516"/>
            <a:ext cx="8134500" cy="2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Agile transformation – no magic carpet needed</a:t>
            </a:r>
            <a:endParaRPr dirty="0"/>
          </a:p>
        </p:txBody>
      </p:sp>
      <p:pic>
        <p:nvPicPr>
          <p:cNvPr id="7" name="Picture 6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CE1A918D-4A1F-4E40-76C1-7638EBC4F9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667" y="2333368"/>
            <a:ext cx="1984666" cy="919048"/>
          </a:xfrm>
          <a:prstGeom prst="rect">
            <a:avLst/>
          </a:prstGeom>
        </p:spPr>
      </p:pic>
      <p:grpSp>
        <p:nvGrpSpPr>
          <p:cNvPr id="12" name="Google Shape;893;p38">
            <a:extLst>
              <a:ext uri="{FF2B5EF4-FFF2-40B4-BE49-F238E27FC236}">
                <a16:creationId xmlns:a16="http://schemas.microsoft.com/office/drawing/2014/main" id="{A3CAF834-5C61-F496-01F4-1A71AA05D51D}"/>
              </a:ext>
            </a:extLst>
          </p:cNvPr>
          <p:cNvGrpSpPr/>
          <p:nvPr/>
        </p:nvGrpSpPr>
        <p:grpSpPr>
          <a:xfrm>
            <a:off x="1149984" y="1580529"/>
            <a:ext cx="2152597" cy="970172"/>
            <a:chOff x="-194338" y="2086673"/>
            <a:chExt cx="1884606" cy="970172"/>
          </a:xfrm>
        </p:grpSpPr>
        <p:sp>
          <p:nvSpPr>
            <p:cNvPr id="13" name="Google Shape;894;p38">
              <a:extLst>
                <a:ext uri="{FF2B5EF4-FFF2-40B4-BE49-F238E27FC236}">
                  <a16:creationId xmlns:a16="http://schemas.microsoft.com/office/drawing/2014/main" id="{896F70DE-54CB-C8BA-17B4-B1C7378D4EE0}"/>
                </a:ext>
              </a:extLst>
            </p:cNvPr>
            <p:cNvSpPr txBox="1"/>
            <p:nvPr/>
          </p:nvSpPr>
          <p:spPr>
            <a:xfrm flipH="1">
              <a:off x="-194338" y="208667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Enhanced Productivity</a:t>
              </a:r>
              <a:endParaRPr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" name="Google Shape;895;p38">
              <a:extLst>
                <a:ext uri="{FF2B5EF4-FFF2-40B4-BE49-F238E27FC236}">
                  <a16:creationId xmlns:a16="http://schemas.microsoft.com/office/drawing/2014/main" id="{275D187B-5F02-F0FE-F44D-AAC6C3CD5615}"/>
                </a:ext>
              </a:extLst>
            </p:cNvPr>
            <p:cNvSpPr txBox="1"/>
            <p:nvPr/>
          </p:nvSpPr>
          <p:spPr>
            <a:xfrm>
              <a:off x="-194332" y="2433745"/>
              <a:ext cx="18846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Improved clarity and efficiency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" name="Google Shape;896;p38">
            <a:extLst>
              <a:ext uri="{FF2B5EF4-FFF2-40B4-BE49-F238E27FC236}">
                <a16:creationId xmlns:a16="http://schemas.microsoft.com/office/drawing/2014/main" id="{171B690A-B545-1B9F-1C98-A2A2496396F9}"/>
              </a:ext>
            </a:extLst>
          </p:cNvPr>
          <p:cNvGrpSpPr/>
          <p:nvPr/>
        </p:nvGrpSpPr>
        <p:grpSpPr>
          <a:xfrm>
            <a:off x="1149912" y="3209367"/>
            <a:ext cx="2152597" cy="966425"/>
            <a:chOff x="533425" y="3437263"/>
            <a:chExt cx="1884606" cy="966425"/>
          </a:xfrm>
        </p:grpSpPr>
        <p:sp>
          <p:nvSpPr>
            <p:cNvPr id="16" name="Google Shape;897;p38">
              <a:extLst>
                <a:ext uri="{FF2B5EF4-FFF2-40B4-BE49-F238E27FC236}">
                  <a16:creationId xmlns:a16="http://schemas.microsoft.com/office/drawing/2014/main" id="{32CF6DEF-61DD-0611-C66F-76D0E1B82053}"/>
                </a:ext>
              </a:extLst>
            </p:cNvPr>
            <p:cNvSpPr txBox="1"/>
            <p:nvPr/>
          </p:nvSpPr>
          <p:spPr>
            <a:xfrm flipH="1">
              <a:off x="533425" y="3437263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Seamless Integration</a:t>
              </a:r>
              <a:endParaRPr sz="18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" name="Google Shape;898;p38">
              <a:extLst>
                <a:ext uri="{FF2B5EF4-FFF2-40B4-BE49-F238E27FC236}">
                  <a16:creationId xmlns:a16="http://schemas.microsoft.com/office/drawing/2014/main" id="{CD95AD38-7E81-ACCF-347E-BE28F44460A0}"/>
                </a:ext>
              </a:extLst>
            </p:cNvPr>
            <p:cNvSpPr txBox="1"/>
            <p:nvPr/>
          </p:nvSpPr>
          <p:spPr>
            <a:xfrm>
              <a:off x="533431" y="3780587"/>
              <a:ext cx="18846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No new tools or new training required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" name="Google Shape;899;p38">
            <a:extLst>
              <a:ext uri="{FF2B5EF4-FFF2-40B4-BE49-F238E27FC236}">
                <a16:creationId xmlns:a16="http://schemas.microsoft.com/office/drawing/2014/main" id="{23C3A87C-E2AD-C2D1-5BCC-AB99E9251047}"/>
              </a:ext>
            </a:extLst>
          </p:cNvPr>
          <p:cNvGrpSpPr/>
          <p:nvPr/>
        </p:nvGrpSpPr>
        <p:grpSpPr>
          <a:xfrm>
            <a:off x="5813786" y="3196008"/>
            <a:ext cx="2152601" cy="970750"/>
            <a:chOff x="6938580" y="3691296"/>
            <a:chExt cx="2152601" cy="970750"/>
          </a:xfrm>
        </p:grpSpPr>
        <p:sp>
          <p:nvSpPr>
            <p:cNvPr id="19" name="Google Shape;900;p38">
              <a:extLst>
                <a:ext uri="{FF2B5EF4-FFF2-40B4-BE49-F238E27FC236}">
                  <a16:creationId xmlns:a16="http://schemas.microsoft.com/office/drawing/2014/main" id="{1DF67D36-E611-D3FC-96D7-A5BB4DACBE7E}"/>
                </a:ext>
              </a:extLst>
            </p:cNvPr>
            <p:cNvSpPr txBox="1"/>
            <p:nvPr/>
          </p:nvSpPr>
          <p:spPr>
            <a:xfrm flipH="1">
              <a:off x="6938681" y="3691296"/>
              <a:ext cx="21525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rgbClr val="72639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Secure</a:t>
              </a:r>
              <a:endParaRPr sz="2000" dirty="0">
                <a:solidFill>
                  <a:srgbClr val="72639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0" name="Google Shape;901;p38">
              <a:extLst>
                <a:ext uri="{FF2B5EF4-FFF2-40B4-BE49-F238E27FC236}">
                  <a16:creationId xmlns:a16="http://schemas.microsoft.com/office/drawing/2014/main" id="{40E8F1F1-620D-9651-6100-FCF6AFB39AC8}"/>
                </a:ext>
              </a:extLst>
            </p:cNvPr>
            <p:cNvSpPr txBox="1"/>
            <p:nvPr/>
          </p:nvSpPr>
          <p:spPr>
            <a:xfrm>
              <a:off x="6938580" y="4038946"/>
              <a:ext cx="21525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All data remains secure in a private network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6" name="Google Shape;899;p38">
            <a:extLst>
              <a:ext uri="{FF2B5EF4-FFF2-40B4-BE49-F238E27FC236}">
                <a16:creationId xmlns:a16="http://schemas.microsoft.com/office/drawing/2014/main" id="{4D1BB14A-CB3F-7EC4-4CAD-5199CF7AB731}"/>
              </a:ext>
            </a:extLst>
          </p:cNvPr>
          <p:cNvGrpSpPr/>
          <p:nvPr/>
        </p:nvGrpSpPr>
        <p:grpSpPr>
          <a:xfrm>
            <a:off x="5812453" y="1547887"/>
            <a:ext cx="2152601" cy="970750"/>
            <a:chOff x="6938580" y="3691296"/>
            <a:chExt cx="2152601" cy="970750"/>
          </a:xfrm>
        </p:grpSpPr>
        <p:sp>
          <p:nvSpPr>
            <p:cNvPr id="37" name="Google Shape;900;p38">
              <a:extLst>
                <a:ext uri="{FF2B5EF4-FFF2-40B4-BE49-F238E27FC236}">
                  <a16:creationId xmlns:a16="http://schemas.microsoft.com/office/drawing/2014/main" id="{6ED4CFB5-626D-3E2D-A96F-B9B394C97860}"/>
                </a:ext>
              </a:extLst>
            </p:cNvPr>
            <p:cNvSpPr txBox="1"/>
            <p:nvPr/>
          </p:nvSpPr>
          <p:spPr>
            <a:xfrm flipH="1">
              <a:off x="6938681" y="3691296"/>
              <a:ext cx="21525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Immediate Returns</a:t>
              </a:r>
              <a:endParaRPr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38" name="Google Shape;901;p38">
              <a:extLst>
                <a:ext uri="{FF2B5EF4-FFF2-40B4-BE49-F238E27FC236}">
                  <a16:creationId xmlns:a16="http://schemas.microsoft.com/office/drawing/2014/main" id="{CA3D6CC5-58BE-D2F4-8898-6A17AE0AF933}"/>
                </a:ext>
              </a:extLst>
            </p:cNvPr>
            <p:cNvSpPr txBox="1"/>
            <p:nvPr/>
          </p:nvSpPr>
          <p:spPr>
            <a:xfrm>
              <a:off x="6938580" y="4038946"/>
              <a:ext cx="2152500" cy="62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Teams save up to $65,000 per year. A 10,000% return</a:t>
              </a:r>
              <a:endParaRPr sz="12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2" name="Google Shape;642;p32">
            <a:extLst>
              <a:ext uri="{FF2B5EF4-FFF2-40B4-BE49-F238E27FC236}">
                <a16:creationId xmlns:a16="http://schemas.microsoft.com/office/drawing/2014/main" id="{308B329B-AD00-5FAE-06F8-F496D4E6D563}"/>
              </a:ext>
            </a:extLst>
          </p:cNvPr>
          <p:cNvSpPr/>
          <p:nvPr/>
        </p:nvSpPr>
        <p:spPr>
          <a:xfrm>
            <a:off x="3268316" y="1487142"/>
            <a:ext cx="2583369" cy="2583369"/>
          </a:xfrm>
          <a:prstGeom prst="donut">
            <a:avLst>
              <a:gd name="adj" fmla="val 581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646;p32">
            <a:extLst>
              <a:ext uri="{FF2B5EF4-FFF2-40B4-BE49-F238E27FC236}">
                <a16:creationId xmlns:a16="http://schemas.microsoft.com/office/drawing/2014/main" id="{F2E7F3B1-1ACB-A8E0-3A61-8F3FF6298D4F}"/>
              </a:ext>
            </a:extLst>
          </p:cNvPr>
          <p:cNvSpPr/>
          <p:nvPr/>
        </p:nvSpPr>
        <p:spPr>
          <a:xfrm rot="-3905960">
            <a:off x="3266834" y="1488603"/>
            <a:ext cx="2584796" cy="2584796"/>
          </a:xfrm>
          <a:prstGeom prst="blockArc">
            <a:avLst>
              <a:gd name="adj1" fmla="val 14756302"/>
              <a:gd name="adj2" fmla="val 20115886"/>
              <a:gd name="adj3" fmla="val 5831"/>
            </a:avLst>
          </a:prstGeom>
          <a:solidFill>
            <a:srgbClr val="59658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6583"/>
              </a:solidFill>
            </a:endParaRPr>
          </a:p>
        </p:txBody>
      </p:sp>
      <p:sp>
        <p:nvSpPr>
          <p:cNvPr id="45" name="Google Shape;646;p32">
            <a:extLst>
              <a:ext uri="{FF2B5EF4-FFF2-40B4-BE49-F238E27FC236}">
                <a16:creationId xmlns:a16="http://schemas.microsoft.com/office/drawing/2014/main" id="{4EC811E2-96B1-09B1-87E0-53811D715AF8}"/>
              </a:ext>
            </a:extLst>
          </p:cNvPr>
          <p:cNvSpPr/>
          <p:nvPr/>
        </p:nvSpPr>
        <p:spPr>
          <a:xfrm rot="12329850">
            <a:off x="3265791" y="1486428"/>
            <a:ext cx="2584796" cy="2584796"/>
          </a:xfrm>
          <a:prstGeom prst="blockArc">
            <a:avLst>
              <a:gd name="adj1" fmla="val 14666580"/>
              <a:gd name="adj2" fmla="val 20115886"/>
              <a:gd name="adj3" fmla="val 5831"/>
            </a:avLst>
          </a:prstGeom>
          <a:solidFill>
            <a:srgbClr val="ABB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646;p32">
            <a:extLst>
              <a:ext uri="{FF2B5EF4-FFF2-40B4-BE49-F238E27FC236}">
                <a16:creationId xmlns:a16="http://schemas.microsoft.com/office/drawing/2014/main" id="{E790CA8D-BC29-A399-D130-29A0ABFD7385}"/>
              </a:ext>
            </a:extLst>
          </p:cNvPr>
          <p:cNvSpPr/>
          <p:nvPr/>
        </p:nvSpPr>
        <p:spPr>
          <a:xfrm rot="1460201">
            <a:off x="3260570" y="1490741"/>
            <a:ext cx="2584796" cy="2584796"/>
          </a:xfrm>
          <a:prstGeom prst="blockArc">
            <a:avLst>
              <a:gd name="adj1" fmla="val 14756181"/>
              <a:gd name="adj2" fmla="val 20154088"/>
              <a:gd name="adj3" fmla="val 570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8798BB"/>
              </a:solidFill>
            </a:endParaRPr>
          </a:p>
        </p:txBody>
      </p:sp>
      <p:sp>
        <p:nvSpPr>
          <p:cNvPr id="51" name="Google Shape;646;p32">
            <a:extLst>
              <a:ext uri="{FF2B5EF4-FFF2-40B4-BE49-F238E27FC236}">
                <a16:creationId xmlns:a16="http://schemas.microsoft.com/office/drawing/2014/main" id="{B34F84EC-CB7A-35F6-808C-8384EFDB7D54}"/>
              </a:ext>
            </a:extLst>
          </p:cNvPr>
          <p:cNvSpPr/>
          <p:nvPr/>
        </p:nvSpPr>
        <p:spPr>
          <a:xfrm rot="6802689">
            <a:off x="3264003" y="1486428"/>
            <a:ext cx="2584796" cy="2584796"/>
          </a:xfrm>
          <a:prstGeom prst="blockArc">
            <a:avLst>
              <a:gd name="adj1" fmla="val 14798406"/>
              <a:gd name="adj2" fmla="val 20183491"/>
              <a:gd name="adj3" fmla="val 5843"/>
            </a:avLst>
          </a:prstGeom>
          <a:solidFill>
            <a:srgbClr val="7263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798BB"/>
              </a:solidFill>
            </a:endParaRPr>
          </a:p>
        </p:txBody>
      </p:sp>
      <p:grpSp>
        <p:nvGrpSpPr>
          <p:cNvPr id="57" name="Google Shape;794;p35">
            <a:extLst>
              <a:ext uri="{FF2B5EF4-FFF2-40B4-BE49-F238E27FC236}">
                <a16:creationId xmlns:a16="http://schemas.microsoft.com/office/drawing/2014/main" id="{436F06A8-296F-9083-0A9D-75DB181FBB6A}"/>
              </a:ext>
            </a:extLst>
          </p:cNvPr>
          <p:cNvGrpSpPr/>
          <p:nvPr/>
        </p:nvGrpSpPr>
        <p:grpSpPr>
          <a:xfrm>
            <a:off x="1250186" y="1219040"/>
            <a:ext cx="353802" cy="351497"/>
            <a:chOff x="580725" y="3617925"/>
            <a:chExt cx="299325" cy="297375"/>
          </a:xfrm>
          <a:solidFill>
            <a:srgbClr val="596583"/>
          </a:solidFill>
        </p:grpSpPr>
        <p:sp>
          <p:nvSpPr>
            <p:cNvPr id="58" name="Google Shape;795;p35">
              <a:extLst>
                <a:ext uri="{FF2B5EF4-FFF2-40B4-BE49-F238E27FC236}">
                  <a16:creationId xmlns:a16="http://schemas.microsoft.com/office/drawing/2014/main" id="{0E5B274E-E82F-680D-04E3-F563838D793C}"/>
                </a:ext>
              </a:extLst>
            </p:cNvPr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796;p35">
              <a:extLst>
                <a:ext uri="{FF2B5EF4-FFF2-40B4-BE49-F238E27FC236}">
                  <a16:creationId xmlns:a16="http://schemas.microsoft.com/office/drawing/2014/main" id="{575331A8-5AFD-9AB4-0D60-FD63711C462D}"/>
                </a:ext>
              </a:extLst>
            </p:cNvPr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797;p35">
              <a:extLst>
                <a:ext uri="{FF2B5EF4-FFF2-40B4-BE49-F238E27FC236}">
                  <a16:creationId xmlns:a16="http://schemas.microsoft.com/office/drawing/2014/main" id="{EB3068F5-0E7C-B06B-55F8-7F035C37724F}"/>
                </a:ext>
              </a:extLst>
            </p:cNvPr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798;p35">
              <a:extLst>
                <a:ext uri="{FF2B5EF4-FFF2-40B4-BE49-F238E27FC236}">
                  <a16:creationId xmlns:a16="http://schemas.microsoft.com/office/drawing/2014/main" id="{A1B99FC1-BF7E-D030-D7CB-79D1FBE13CED}"/>
                </a:ext>
              </a:extLst>
            </p:cNvPr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799;p35">
              <a:extLst>
                <a:ext uri="{FF2B5EF4-FFF2-40B4-BE49-F238E27FC236}">
                  <a16:creationId xmlns:a16="http://schemas.microsoft.com/office/drawing/2014/main" id="{10C70285-FA95-C4E1-AB31-BF2D810B4AE8}"/>
                </a:ext>
              </a:extLst>
            </p:cNvPr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776;p35">
            <a:extLst>
              <a:ext uri="{FF2B5EF4-FFF2-40B4-BE49-F238E27FC236}">
                <a16:creationId xmlns:a16="http://schemas.microsoft.com/office/drawing/2014/main" id="{B98C6F0A-07E5-A523-13D3-6ABE166A83A2}"/>
              </a:ext>
            </a:extLst>
          </p:cNvPr>
          <p:cNvGrpSpPr/>
          <p:nvPr/>
        </p:nvGrpSpPr>
        <p:grpSpPr>
          <a:xfrm>
            <a:off x="1233446" y="2864594"/>
            <a:ext cx="355664" cy="349133"/>
            <a:chOff x="5716825" y="3235950"/>
            <a:chExt cx="300900" cy="295375"/>
          </a:xfrm>
          <a:solidFill>
            <a:srgbClr val="ABBFDF"/>
          </a:solidFill>
        </p:grpSpPr>
        <p:sp>
          <p:nvSpPr>
            <p:cNvPr id="640" name="Google Shape;777;p35">
              <a:extLst>
                <a:ext uri="{FF2B5EF4-FFF2-40B4-BE49-F238E27FC236}">
                  <a16:creationId xmlns:a16="http://schemas.microsoft.com/office/drawing/2014/main" id="{F2912157-41E0-2326-DD8C-219F2BD78B69}"/>
                </a:ext>
              </a:extLst>
            </p:cNvPr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778;p35">
              <a:extLst>
                <a:ext uri="{FF2B5EF4-FFF2-40B4-BE49-F238E27FC236}">
                  <a16:creationId xmlns:a16="http://schemas.microsoft.com/office/drawing/2014/main" id="{E89C4BD0-F17C-7EC7-3FE2-FFED18157592}"/>
                </a:ext>
              </a:extLst>
            </p:cNvPr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779;p35">
              <a:extLst>
                <a:ext uri="{FF2B5EF4-FFF2-40B4-BE49-F238E27FC236}">
                  <a16:creationId xmlns:a16="http://schemas.microsoft.com/office/drawing/2014/main" id="{3F069F94-15FC-9292-FACE-EFE13BEEAC4F}"/>
                </a:ext>
              </a:extLst>
            </p:cNvPr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780;p35">
              <a:extLst>
                <a:ext uri="{FF2B5EF4-FFF2-40B4-BE49-F238E27FC236}">
                  <a16:creationId xmlns:a16="http://schemas.microsoft.com/office/drawing/2014/main" id="{44D13D50-2E6E-F72E-785E-132E2B6EA7BA}"/>
                </a:ext>
              </a:extLst>
            </p:cNvPr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713;p34">
            <a:extLst>
              <a:ext uri="{FF2B5EF4-FFF2-40B4-BE49-F238E27FC236}">
                <a16:creationId xmlns:a16="http://schemas.microsoft.com/office/drawing/2014/main" id="{5A0DF13D-FD86-32C1-53CC-457547C7C220}"/>
              </a:ext>
            </a:extLst>
          </p:cNvPr>
          <p:cNvGrpSpPr/>
          <p:nvPr/>
        </p:nvGrpSpPr>
        <p:grpSpPr>
          <a:xfrm>
            <a:off x="7502572" y="2871827"/>
            <a:ext cx="351024" cy="347301"/>
            <a:chOff x="946175" y="3619500"/>
            <a:chExt cx="296975" cy="293825"/>
          </a:xfrm>
          <a:solidFill>
            <a:srgbClr val="726392"/>
          </a:solidFill>
        </p:grpSpPr>
        <p:sp>
          <p:nvSpPr>
            <p:cNvPr id="645" name="Google Shape;714;p34">
              <a:extLst>
                <a:ext uri="{FF2B5EF4-FFF2-40B4-BE49-F238E27FC236}">
                  <a16:creationId xmlns:a16="http://schemas.microsoft.com/office/drawing/2014/main" id="{0A4B0225-0017-BFC5-A1FE-B195E0B68090}"/>
                </a:ext>
              </a:extLst>
            </p:cNvPr>
            <p:cNvSpPr/>
            <p:nvPr/>
          </p:nvSpPr>
          <p:spPr>
            <a:xfrm>
              <a:off x="963525" y="3619500"/>
              <a:ext cx="207950" cy="293825"/>
            </a:xfrm>
            <a:custGeom>
              <a:avLst/>
              <a:gdLst/>
              <a:ahLst/>
              <a:cxnLst/>
              <a:rect l="l" t="t" r="r" b="b"/>
              <a:pathLst>
                <a:path w="8318" h="11753" extrusionOk="0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715;p34">
              <a:extLst>
                <a:ext uri="{FF2B5EF4-FFF2-40B4-BE49-F238E27FC236}">
                  <a16:creationId xmlns:a16="http://schemas.microsoft.com/office/drawing/2014/main" id="{037CAE05-2E56-3670-490B-7A01106BEAE5}"/>
                </a:ext>
              </a:extLst>
            </p:cNvPr>
            <p:cNvSpPr/>
            <p:nvPr/>
          </p:nvSpPr>
          <p:spPr>
            <a:xfrm>
              <a:off x="1185625" y="3688025"/>
              <a:ext cx="57525" cy="55950"/>
            </a:xfrm>
            <a:custGeom>
              <a:avLst/>
              <a:gdLst/>
              <a:ahLst/>
              <a:cxnLst/>
              <a:rect l="l" t="t" r="r" b="b"/>
              <a:pathLst>
                <a:path w="2301" h="2238" extrusionOk="0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716;p34">
              <a:extLst>
                <a:ext uri="{FF2B5EF4-FFF2-40B4-BE49-F238E27FC236}">
                  <a16:creationId xmlns:a16="http://schemas.microsoft.com/office/drawing/2014/main" id="{E8767C59-B2B6-1A0B-3098-B2B5CA5328E6}"/>
                </a:ext>
              </a:extLst>
            </p:cNvPr>
            <p:cNvSpPr/>
            <p:nvPr/>
          </p:nvSpPr>
          <p:spPr>
            <a:xfrm>
              <a:off x="1088075" y="3795925"/>
              <a:ext cx="46375" cy="45025"/>
            </a:xfrm>
            <a:custGeom>
              <a:avLst/>
              <a:gdLst/>
              <a:ahLst/>
              <a:cxnLst/>
              <a:rect l="l" t="t" r="r" b="b"/>
              <a:pathLst>
                <a:path w="1855" h="1801" extrusionOk="0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717;p34">
              <a:extLst>
                <a:ext uri="{FF2B5EF4-FFF2-40B4-BE49-F238E27FC236}">
                  <a16:creationId xmlns:a16="http://schemas.microsoft.com/office/drawing/2014/main" id="{2637D795-6AD6-3C53-E3A0-0D6D5CAF1D18}"/>
                </a:ext>
              </a:extLst>
            </p:cNvPr>
            <p:cNvSpPr/>
            <p:nvPr/>
          </p:nvSpPr>
          <p:spPr>
            <a:xfrm>
              <a:off x="1112375" y="3720325"/>
              <a:ext cx="97700" cy="97700"/>
            </a:xfrm>
            <a:custGeom>
              <a:avLst/>
              <a:gdLst/>
              <a:ahLst/>
              <a:cxnLst/>
              <a:rect l="l" t="t" r="r" b="b"/>
              <a:pathLst>
                <a:path w="3908" h="3908" extrusionOk="0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718;p34">
              <a:extLst>
                <a:ext uri="{FF2B5EF4-FFF2-40B4-BE49-F238E27FC236}">
                  <a16:creationId xmlns:a16="http://schemas.microsoft.com/office/drawing/2014/main" id="{AC66E6DA-8E11-56B2-6729-9A118F13AD4A}"/>
                </a:ext>
              </a:extLst>
            </p:cNvPr>
            <p:cNvSpPr/>
            <p:nvPr/>
          </p:nvSpPr>
          <p:spPr>
            <a:xfrm>
              <a:off x="1120250" y="3623450"/>
              <a:ext cx="47275" cy="47275"/>
            </a:xfrm>
            <a:custGeom>
              <a:avLst/>
              <a:gdLst/>
              <a:ahLst/>
              <a:cxnLst/>
              <a:rect l="l" t="t" r="r" b="b"/>
              <a:pathLst>
                <a:path w="1891" h="1891" extrusionOk="0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719;p34">
              <a:extLst>
                <a:ext uri="{FF2B5EF4-FFF2-40B4-BE49-F238E27FC236}">
                  <a16:creationId xmlns:a16="http://schemas.microsoft.com/office/drawing/2014/main" id="{B8205995-72FA-33C0-C103-9DF397318366}"/>
                </a:ext>
              </a:extLst>
            </p:cNvPr>
            <p:cNvSpPr/>
            <p:nvPr/>
          </p:nvSpPr>
          <p:spPr>
            <a:xfrm>
              <a:off x="946175" y="3879425"/>
              <a:ext cx="166225" cy="33900"/>
            </a:xfrm>
            <a:custGeom>
              <a:avLst/>
              <a:gdLst/>
              <a:ahLst/>
              <a:cxnLst/>
              <a:rect l="l" t="t" r="r" b="b"/>
              <a:pathLst>
                <a:path w="6649" h="1356" extrusionOk="0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721;p34">
            <a:extLst>
              <a:ext uri="{FF2B5EF4-FFF2-40B4-BE49-F238E27FC236}">
                <a16:creationId xmlns:a16="http://schemas.microsoft.com/office/drawing/2014/main" id="{95299CEC-DFF7-0A8C-3102-49B8546A5AB3}"/>
              </a:ext>
            </a:extLst>
          </p:cNvPr>
          <p:cNvGrpSpPr/>
          <p:nvPr/>
        </p:nvGrpSpPr>
        <p:grpSpPr>
          <a:xfrm>
            <a:off x="7502572" y="1195046"/>
            <a:ext cx="352857" cy="347301"/>
            <a:chOff x="2404875" y="3592725"/>
            <a:chExt cx="298525" cy="293825"/>
          </a:xfrm>
          <a:solidFill>
            <a:srgbClr val="8798BB"/>
          </a:solidFill>
        </p:grpSpPr>
        <p:sp>
          <p:nvSpPr>
            <p:cNvPr id="652" name="Google Shape;722;p34">
              <a:extLst>
                <a:ext uri="{FF2B5EF4-FFF2-40B4-BE49-F238E27FC236}">
                  <a16:creationId xmlns:a16="http://schemas.microsoft.com/office/drawing/2014/main" id="{366DDC41-C759-3461-D8AB-AFB4B2ACF6B6}"/>
                </a:ext>
              </a:extLst>
            </p:cNvPr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723;p34">
              <a:extLst>
                <a:ext uri="{FF2B5EF4-FFF2-40B4-BE49-F238E27FC236}">
                  <a16:creationId xmlns:a16="http://schemas.microsoft.com/office/drawing/2014/main" id="{83438F8E-F8E8-D698-7A07-10DBFB4049B9}"/>
                </a:ext>
              </a:extLst>
            </p:cNvPr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724;p34">
              <a:extLst>
                <a:ext uri="{FF2B5EF4-FFF2-40B4-BE49-F238E27FC236}">
                  <a16:creationId xmlns:a16="http://schemas.microsoft.com/office/drawing/2014/main" id="{DDAC600E-CB13-6A5D-EF6F-C8AD5235D417}"/>
                </a:ext>
              </a:extLst>
            </p:cNvPr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60950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>
          <a:extLst>
            <a:ext uri="{FF2B5EF4-FFF2-40B4-BE49-F238E27FC236}">
              <a16:creationId xmlns:a16="http://schemas.microsoft.com/office/drawing/2014/main" id="{9196A87A-4864-9550-A6FA-2D0865EB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2;p13">
            <a:extLst>
              <a:ext uri="{FF2B5EF4-FFF2-40B4-BE49-F238E27FC236}">
                <a16:creationId xmlns:a16="http://schemas.microsoft.com/office/drawing/2014/main" id="{C82AB3E3-1F04-27F2-ABF4-2AC3ADC5BD36}"/>
              </a:ext>
            </a:extLst>
          </p:cNvPr>
          <p:cNvGrpSpPr/>
          <p:nvPr/>
        </p:nvGrpSpPr>
        <p:grpSpPr>
          <a:xfrm>
            <a:off x="1" y="3111957"/>
            <a:ext cx="2145600" cy="2031543"/>
            <a:chOff x="-9525" y="-121928"/>
            <a:chExt cx="5657615" cy="5286821"/>
          </a:xfrm>
        </p:grpSpPr>
        <p:grpSp>
          <p:nvGrpSpPr>
            <p:cNvPr id="3" name="Google Shape;43;p13">
              <a:extLst>
                <a:ext uri="{FF2B5EF4-FFF2-40B4-BE49-F238E27FC236}">
                  <a16:creationId xmlns:a16="http://schemas.microsoft.com/office/drawing/2014/main" id="{266EF95F-B6A6-C8CE-7CDE-60CFBD3C1EAA}"/>
                </a:ext>
              </a:extLst>
            </p:cNvPr>
            <p:cNvGrpSpPr/>
            <p:nvPr/>
          </p:nvGrpSpPr>
          <p:grpSpPr>
            <a:xfrm>
              <a:off x="-9525" y="-121928"/>
              <a:ext cx="5657615" cy="5286821"/>
              <a:chOff x="-9525" y="70667"/>
              <a:chExt cx="5451546" cy="5094258"/>
            </a:xfrm>
          </p:grpSpPr>
          <p:sp>
            <p:nvSpPr>
              <p:cNvPr id="5" name="Google Shape;44;p13">
                <a:extLst>
                  <a:ext uri="{FF2B5EF4-FFF2-40B4-BE49-F238E27FC236}">
                    <a16:creationId xmlns:a16="http://schemas.microsoft.com/office/drawing/2014/main" id="{86F10B54-D2C9-54C7-EED2-F1E72B82A0F4}"/>
                  </a:ext>
                </a:extLst>
              </p:cNvPr>
              <p:cNvSpPr/>
              <p:nvPr/>
            </p:nvSpPr>
            <p:spPr>
              <a:xfrm>
                <a:off x="-9525" y="3833825"/>
                <a:ext cx="1695450" cy="1331100"/>
              </a:xfrm>
              <a:custGeom>
                <a:avLst/>
                <a:gdLst/>
                <a:ahLst/>
                <a:cxnLst/>
                <a:rect l="l" t="t" r="r" b="b"/>
                <a:pathLst>
                  <a:path w="67818" h="53244" extrusionOk="0">
                    <a:moveTo>
                      <a:pt x="47339" y="0"/>
                    </a:moveTo>
                    <a:lnTo>
                      <a:pt x="67818" y="12763"/>
                    </a:lnTo>
                    <a:lnTo>
                      <a:pt x="55436" y="53244"/>
                    </a:lnTo>
                    <a:lnTo>
                      <a:pt x="0" y="53149"/>
                    </a:lnTo>
                    <a:lnTo>
                      <a:pt x="0" y="25622"/>
                    </a:ln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Google Shape;45;p13">
                <a:extLst>
                  <a:ext uri="{FF2B5EF4-FFF2-40B4-BE49-F238E27FC236}">
                    <a16:creationId xmlns:a16="http://schemas.microsoft.com/office/drawing/2014/main" id="{94F8012C-DD56-0172-7483-ED0628581294}"/>
                  </a:ext>
                </a:extLst>
              </p:cNvPr>
              <p:cNvSpPr/>
              <p:nvPr/>
            </p:nvSpPr>
            <p:spPr>
              <a:xfrm rot="2700000">
                <a:off x="1055528" y="3626235"/>
                <a:ext cx="953950" cy="707893"/>
              </a:xfrm>
              <a:custGeom>
                <a:avLst/>
                <a:gdLst/>
                <a:ahLst/>
                <a:cxnLst/>
                <a:rect l="l" t="t" r="r" b="b"/>
                <a:pathLst>
                  <a:path w="25111" h="18634" extrusionOk="0">
                    <a:moveTo>
                      <a:pt x="7132" y="0"/>
                    </a:moveTo>
                    <a:lnTo>
                      <a:pt x="0" y="18633"/>
                    </a:lnTo>
                    <a:lnTo>
                      <a:pt x="25111" y="18633"/>
                    </a:lnTo>
                    <a:lnTo>
                      <a:pt x="179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46;p13">
                <a:extLst>
                  <a:ext uri="{FF2B5EF4-FFF2-40B4-BE49-F238E27FC236}">
                    <a16:creationId xmlns:a16="http://schemas.microsoft.com/office/drawing/2014/main" id="{0B253EF8-5354-A968-0EEA-BA95B48A55F2}"/>
                  </a:ext>
                </a:extLst>
              </p:cNvPr>
              <p:cNvSpPr/>
              <p:nvPr/>
            </p:nvSpPr>
            <p:spPr>
              <a:xfrm rot="2700000">
                <a:off x="1400132" y="3455071"/>
                <a:ext cx="890659" cy="424303"/>
              </a:xfrm>
              <a:custGeom>
                <a:avLst/>
                <a:gdLst/>
                <a:ahLst/>
                <a:cxnLst/>
                <a:rect l="l" t="t" r="r" b="b"/>
                <a:pathLst>
                  <a:path w="23445" h="11169" extrusionOk="0">
                    <a:moveTo>
                      <a:pt x="1" y="0"/>
                    </a:moveTo>
                    <a:lnTo>
                      <a:pt x="1" y="11168"/>
                    </a:lnTo>
                    <a:lnTo>
                      <a:pt x="23444" y="11168"/>
                    </a:lnTo>
                    <a:lnTo>
                      <a:pt x="2344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47;p13">
                <a:extLst>
                  <a:ext uri="{FF2B5EF4-FFF2-40B4-BE49-F238E27FC236}">
                    <a16:creationId xmlns:a16="http://schemas.microsoft.com/office/drawing/2014/main" id="{EC0D573D-53E0-D078-E031-3EDD9EBCF02E}"/>
                  </a:ext>
                </a:extLst>
              </p:cNvPr>
              <p:cNvSpPr/>
              <p:nvPr/>
            </p:nvSpPr>
            <p:spPr>
              <a:xfrm rot="2700000">
                <a:off x="1172783" y="1840026"/>
                <a:ext cx="895142" cy="1718737"/>
              </a:xfrm>
              <a:custGeom>
                <a:avLst/>
                <a:gdLst/>
                <a:ahLst/>
                <a:cxnLst/>
                <a:rect l="l" t="t" r="r" b="b"/>
                <a:pathLst>
                  <a:path w="23563" h="59473" extrusionOk="0">
                    <a:moveTo>
                      <a:pt x="22027" y="1"/>
                    </a:moveTo>
                    <a:lnTo>
                      <a:pt x="5644" y="15943"/>
                    </a:lnTo>
                    <a:cubicBezTo>
                      <a:pt x="1572" y="19908"/>
                      <a:pt x="0" y="25778"/>
                      <a:pt x="1536" y="31254"/>
                    </a:cubicBezTo>
                    <a:lnTo>
                      <a:pt x="9466" y="59472"/>
                    </a:lnTo>
                    <a:lnTo>
                      <a:pt x="11168" y="35541"/>
                    </a:lnTo>
                    <a:cubicBezTo>
                      <a:pt x="11454" y="31623"/>
                      <a:pt x="13252" y="27956"/>
                      <a:pt x="16169" y="25337"/>
                    </a:cubicBezTo>
                    <a:lnTo>
                      <a:pt x="23563" y="18693"/>
                    </a:lnTo>
                    <a:lnTo>
                      <a:pt x="2202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48;p13">
                <a:extLst>
                  <a:ext uri="{FF2B5EF4-FFF2-40B4-BE49-F238E27FC236}">
                    <a16:creationId xmlns:a16="http://schemas.microsoft.com/office/drawing/2014/main" id="{793514AB-1082-50A4-D999-C9C9ECC2CAF0}"/>
                  </a:ext>
                </a:extLst>
              </p:cNvPr>
              <p:cNvSpPr/>
              <p:nvPr/>
            </p:nvSpPr>
            <p:spPr>
              <a:xfrm rot="2700000">
                <a:off x="2365728" y="3032972"/>
                <a:ext cx="895142" cy="1718737"/>
              </a:xfrm>
              <a:custGeom>
                <a:avLst/>
                <a:gdLst/>
                <a:ahLst/>
                <a:cxnLst/>
                <a:rect l="l" t="t" r="r" b="b"/>
                <a:pathLst>
                  <a:path w="23563" h="59473" extrusionOk="0">
                    <a:moveTo>
                      <a:pt x="1536" y="1"/>
                    </a:moveTo>
                    <a:lnTo>
                      <a:pt x="0" y="18693"/>
                    </a:lnTo>
                    <a:lnTo>
                      <a:pt x="7394" y="25337"/>
                    </a:lnTo>
                    <a:cubicBezTo>
                      <a:pt x="10311" y="27956"/>
                      <a:pt x="12109" y="31623"/>
                      <a:pt x="12395" y="35541"/>
                    </a:cubicBezTo>
                    <a:lnTo>
                      <a:pt x="14097" y="59472"/>
                    </a:lnTo>
                    <a:lnTo>
                      <a:pt x="22027" y="31254"/>
                    </a:lnTo>
                    <a:cubicBezTo>
                      <a:pt x="23563" y="25778"/>
                      <a:pt x="21991" y="19908"/>
                      <a:pt x="17919" y="15943"/>
                    </a:cubicBezTo>
                    <a:lnTo>
                      <a:pt x="15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49;p13">
                <a:extLst>
                  <a:ext uri="{FF2B5EF4-FFF2-40B4-BE49-F238E27FC236}">
                    <a16:creationId xmlns:a16="http://schemas.microsoft.com/office/drawing/2014/main" id="{4AF8ADC6-1144-AE35-61BE-7DAD327D9295}"/>
                  </a:ext>
                </a:extLst>
              </p:cNvPr>
              <p:cNvSpPr/>
              <p:nvPr/>
            </p:nvSpPr>
            <p:spPr>
              <a:xfrm rot="2700000">
                <a:off x="2125636" y="783434"/>
                <a:ext cx="1881193" cy="3336259"/>
              </a:xfrm>
              <a:custGeom>
                <a:avLst/>
                <a:gdLst/>
                <a:ahLst/>
                <a:cxnLst/>
                <a:rect l="l" t="t" r="r" b="b"/>
                <a:pathLst>
                  <a:path w="49519" h="87821" extrusionOk="0">
                    <a:moveTo>
                      <a:pt x="6240" y="1"/>
                    </a:moveTo>
                    <a:cubicBezTo>
                      <a:pt x="1275" y="17181"/>
                      <a:pt x="1" y="44625"/>
                      <a:pt x="11347" y="87821"/>
                    </a:cubicBezTo>
                    <a:lnTo>
                      <a:pt x="38244" y="87821"/>
                    </a:lnTo>
                    <a:cubicBezTo>
                      <a:pt x="49519" y="44863"/>
                      <a:pt x="47959" y="17312"/>
                      <a:pt x="428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50;p13">
                <a:extLst>
                  <a:ext uri="{FF2B5EF4-FFF2-40B4-BE49-F238E27FC236}">
                    <a16:creationId xmlns:a16="http://schemas.microsoft.com/office/drawing/2014/main" id="{8F734FB2-F685-E922-74EA-BCE53696FDF6}"/>
                  </a:ext>
                </a:extLst>
              </p:cNvPr>
              <p:cNvSpPr/>
              <p:nvPr/>
            </p:nvSpPr>
            <p:spPr>
              <a:xfrm rot="2700000">
                <a:off x="3901891" y="415596"/>
                <a:ext cx="1389991" cy="1000411"/>
              </a:xfrm>
              <a:custGeom>
                <a:avLst/>
                <a:gdLst/>
                <a:ahLst/>
                <a:cxnLst/>
                <a:rect l="l" t="t" r="r" b="b"/>
                <a:pathLst>
                  <a:path w="36589" h="26334" extrusionOk="0">
                    <a:moveTo>
                      <a:pt x="18441" y="1"/>
                    </a:moveTo>
                    <a:cubicBezTo>
                      <a:pt x="17579" y="1"/>
                      <a:pt x="16717" y="266"/>
                      <a:pt x="15979" y="795"/>
                    </a:cubicBezTo>
                    <a:cubicBezTo>
                      <a:pt x="12014" y="3628"/>
                      <a:pt x="4501" y="10784"/>
                      <a:pt x="0" y="26334"/>
                    </a:cubicBezTo>
                    <a:lnTo>
                      <a:pt x="36588" y="26334"/>
                    </a:lnTo>
                    <a:cubicBezTo>
                      <a:pt x="32064" y="11129"/>
                      <a:pt x="24789" y="3819"/>
                      <a:pt x="21003" y="878"/>
                    </a:cubicBezTo>
                    <a:cubicBezTo>
                      <a:pt x="20247" y="293"/>
                      <a:pt x="19345" y="1"/>
                      <a:pt x="184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51;p13">
                <a:extLst>
                  <a:ext uri="{FF2B5EF4-FFF2-40B4-BE49-F238E27FC236}">
                    <a16:creationId xmlns:a16="http://schemas.microsoft.com/office/drawing/2014/main" id="{147A9458-0400-97AB-3165-B569C9AD0400}"/>
                  </a:ext>
                </a:extLst>
              </p:cNvPr>
              <p:cNvSpPr/>
              <p:nvPr/>
            </p:nvSpPr>
            <p:spPr>
              <a:xfrm rot="2700000">
                <a:off x="3195012" y="1566490"/>
                <a:ext cx="750859" cy="750859"/>
              </a:xfrm>
              <a:custGeom>
                <a:avLst/>
                <a:gdLst/>
                <a:ahLst/>
                <a:cxnLst/>
                <a:rect l="l" t="t" r="r" b="b"/>
                <a:pathLst>
                  <a:path w="19765" h="19765" extrusionOk="0">
                    <a:moveTo>
                      <a:pt x="9883" y="0"/>
                    </a:moveTo>
                    <a:cubicBezTo>
                      <a:pt x="4429" y="0"/>
                      <a:pt x="0" y="4429"/>
                      <a:pt x="0" y="9882"/>
                    </a:cubicBezTo>
                    <a:cubicBezTo>
                      <a:pt x="0" y="15347"/>
                      <a:pt x="4429" y="19764"/>
                      <a:pt x="9883" y="19764"/>
                    </a:cubicBezTo>
                    <a:cubicBezTo>
                      <a:pt x="15347" y="19764"/>
                      <a:pt x="19765" y="15347"/>
                      <a:pt x="19765" y="9882"/>
                    </a:cubicBezTo>
                    <a:cubicBezTo>
                      <a:pt x="19765" y="4429"/>
                      <a:pt x="15347" y="0"/>
                      <a:pt x="98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52;p13">
                <a:extLst>
                  <a:ext uri="{FF2B5EF4-FFF2-40B4-BE49-F238E27FC236}">
                    <a16:creationId xmlns:a16="http://schemas.microsoft.com/office/drawing/2014/main" id="{5059BCC8-FC0E-E2B9-3FAC-5B192F94DA7B}"/>
                  </a:ext>
                </a:extLst>
              </p:cNvPr>
              <p:cNvSpPr/>
              <p:nvPr/>
            </p:nvSpPr>
            <p:spPr>
              <a:xfrm>
                <a:off x="2739425" y="2312750"/>
                <a:ext cx="413700" cy="413700"/>
              </a:xfrm>
              <a:prstGeom prst="ellipse">
                <a:avLst/>
              </a:prstGeom>
              <a:solidFill>
                <a:schemeClr val="accen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53;p13">
                <a:extLst>
                  <a:ext uri="{FF2B5EF4-FFF2-40B4-BE49-F238E27FC236}">
                    <a16:creationId xmlns:a16="http://schemas.microsoft.com/office/drawing/2014/main" id="{6CF79E2B-CEB3-9471-D81E-CB16F4817305}"/>
                  </a:ext>
                </a:extLst>
              </p:cNvPr>
              <p:cNvSpPr/>
              <p:nvPr/>
            </p:nvSpPr>
            <p:spPr>
              <a:xfrm>
                <a:off x="2377475" y="2805875"/>
                <a:ext cx="271500" cy="271500"/>
              </a:xfrm>
              <a:prstGeom prst="ellipse">
                <a:avLst/>
              </a:prstGeom>
              <a:solidFill>
                <a:schemeClr val="accent1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" name="Google Shape;54;p13">
              <a:extLst>
                <a:ext uri="{FF2B5EF4-FFF2-40B4-BE49-F238E27FC236}">
                  <a16:creationId xmlns:a16="http://schemas.microsoft.com/office/drawing/2014/main" id="{0DB3BC7F-17C9-6ED3-3603-FD364201B8EF}"/>
                </a:ext>
              </a:extLst>
            </p:cNvPr>
            <p:cNvSpPr/>
            <p:nvPr/>
          </p:nvSpPr>
          <p:spPr>
            <a:xfrm>
              <a:off x="3340134" y="1455612"/>
              <a:ext cx="731284" cy="72953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6301" y="1356"/>
                  </a:moveTo>
                  <a:cubicBezTo>
                    <a:pt x="6522" y="1356"/>
                    <a:pt x="6711" y="1576"/>
                    <a:pt x="6711" y="1797"/>
                  </a:cubicBezTo>
                  <a:lnTo>
                    <a:pt x="6711" y="2269"/>
                  </a:lnTo>
                  <a:cubicBezTo>
                    <a:pt x="7656" y="2458"/>
                    <a:pt x="8349" y="3309"/>
                    <a:pt x="8349" y="4285"/>
                  </a:cubicBezTo>
                  <a:cubicBezTo>
                    <a:pt x="8349" y="4538"/>
                    <a:pt x="8160" y="4727"/>
                    <a:pt x="7971" y="4727"/>
                  </a:cubicBezTo>
                  <a:cubicBezTo>
                    <a:pt x="7719" y="4727"/>
                    <a:pt x="7530" y="4538"/>
                    <a:pt x="7530" y="4285"/>
                  </a:cubicBezTo>
                  <a:cubicBezTo>
                    <a:pt x="7530" y="3624"/>
                    <a:pt x="6994" y="3057"/>
                    <a:pt x="6301" y="3057"/>
                  </a:cubicBezTo>
                  <a:cubicBezTo>
                    <a:pt x="5640" y="3057"/>
                    <a:pt x="5073" y="3624"/>
                    <a:pt x="5073" y="4285"/>
                  </a:cubicBezTo>
                  <a:cubicBezTo>
                    <a:pt x="5073" y="4947"/>
                    <a:pt x="5829" y="5483"/>
                    <a:pt x="6585" y="6018"/>
                  </a:cubicBezTo>
                  <a:cubicBezTo>
                    <a:pt x="7435" y="6648"/>
                    <a:pt x="8412" y="7310"/>
                    <a:pt x="8412" y="8413"/>
                  </a:cubicBezTo>
                  <a:cubicBezTo>
                    <a:pt x="8412" y="9421"/>
                    <a:pt x="7687" y="10271"/>
                    <a:pt x="6742" y="10429"/>
                  </a:cubicBezTo>
                  <a:lnTo>
                    <a:pt x="6742" y="10901"/>
                  </a:lnTo>
                  <a:cubicBezTo>
                    <a:pt x="6742" y="11154"/>
                    <a:pt x="6553" y="11311"/>
                    <a:pt x="6364" y="11311"/>
                  </a:cubicBezTo>
                  <a:cubicBezTo>
                    <a:pt x="6144" y="11311"/>
                    <a:pt x="5955" y="11091"/>
                    <a:pt x="5955" y="10901"/>
                  </a:cubicBezTo>
                  <a:lnTo>
                    <a:pt x="5955" y="10429"/>
                  </a:lnTo>
                  <a:cubicBezTo>
                    <a:pt x="5010" y="10240"/>
                    <a:pt x="4316" y="9421"/>
                    <a:pt x="4316" y="8413"/>
                  </a:cubicBezTo>
                  <a:cubicBezTo>
                    <a:pt x="4316" y="8192"/>
                    <a:pt x="4505" y="8035"/>
                    <a:pt x="4694" y="8035"/>
                  </a:cubicBezTo>
                  <a:cubicBezTo>
                    <a:pt x="4884" y="8035"/>
                    <a:pt x="5136" y="8224"/>
                    <a:pt x="5136" y="8413"/>
                  </a:cubicBezTo>
                  <a:cubicBezTo>
                    <a:pt x="5136" y="9106"/>
                    <a:pt x="5671" y="9641"/>
                    <a:pt x="6364" y="9641"/>
                  </a:cubicBezTo>
                  <a:cubicBezTo>
                    <a:pt x="7026" y="9641"/>
                    <a:pt x="7561" y="9106"/>
                    <a:pt x="7561" y="8413"/>
                  </a:cubicBezTo>
                  <a:cubicBezTo>
                    <a:pt x="7561" y="7751"/>
                    <a:pt x="6868" y="7247"/>
                    <a:pt x="6081" y="6680"/>
                  </a:cubicBezTo>
                  <a:cubicBezTo>
                    <a:pt x="5199" y="6050"/>
                    <a:pt x="4253" y="5388"/>
                    <a:pt x="4253" y="4285"/>
                  </a:cubicBezTo>
                  <a:cubicBezTo>
                    <a:pt x="4253" y="3309"/>
                    <a:pt x="4978" y="2427"/>
                    <a:pt x="5923" y="2269"/>
                  </a:cubicBezTo>
                  <a:lnTo>
                    <a:pt x="5923" y="1797"/>
                  </a:lnTo>
                  <a:cubicBezTo>
                    <a:pt x="5923" y="1576"/>
                    <a:pt x="6112" y="1356"/>
                    <a:pt x="6301" y="135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836"/>
                    <a:pt x="0" y="6333"/>
                  </a:cubicBezTo>
                  <a:cubicBezTo>
                    <a:pt x="0" y="9830"/>
                    <a:pt x="2836" y="12666"/>
                    <a:pt x="6333" y="12666"/>
                  </a:cubicBezTo>
                  <a:cubicBezTo>
                    <a:pt x="9861" y="12666"/>
                    <a:pt x="12697" y="9830"/>
                    <a:pt x="12697" y="6333"/>
                  </a:cubicBezTo>
                  <a:cubicBezTo>
                    <a:pt x="12697" y="2836"/>
                    <a:pt x="9861" y="1"/>
                    <a:pt x="6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2" name="Google Shape;842;p37">
            <a:extLst>
              <a:ext uri="{FF2B5EF4-FFF2-40B4-BE49-F238E27FC236}">
                <a16:creationId xmlns:a16="http://schemas.microsoft.com/office/drawing/2014/main" id="{E0F06227-E360-B167-5FE4-E1B1DC02FD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06093" y="3972752"/>
            <a:ext cx="4459343" cy="2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Let’s build the future together</a:t>
            </a:r>
            <a:endParaRPr i="1" dirty="0"/>
          </a:p>
        </p:txBody>
      </p:sp>
      <p:grpSp>
        <p:nvGrpSpPr>
          <p:cNvPr id="843" name="Google Shape;843;p37">
            <a:extLst>
              <a:ext uri="{FF2B5EF4-FFF2-40B4-BE49-F238E27FC236}">
                <a16:creationId xmlns:a16="http://schemas.microsoft.com/office/drawing/2014/main" id="{D8799CF6-A3F2-1820-8C38-8B080651FAC8}"/>
              </a:ext>
            </a:extLst>
          </p:cNvPr>
          <p:cNvGrpSpPr/>
          <p:nvPr/>
        </p:nvGrpSpPr>
        <p:grpSpPr>
          <a:xfrm>
            <a:off x="6552145" y="2106229"/>
            <a:ext cx="1844700" cy="931041"/>
            <a:chOff x="6696683" y="3818300"/>
            <a:chExt cx="1844700" cy="791799"/>
          </a:xfrm>
        </p:grpSpPr>
        <p:sp>
          <p:nvSpPr>
            <p:cNvPr id="844" name="Google Shape;844;p37">
              <a:extLst>
                <a:ext uri="{FF2B5EF4-FFF2-40B4-BE49-F238E27FC236}">
                  <a16:creationId xmlns:a16="http://schemas.microsoft.com/office/drawing/2014/main" id="{CB6AF0FF-A948-F66D-30FB-54E3B2269193}"/>
                </a:ext>
              </a:extLst>
            </p:cNvPr>
            <p:cNvSpPr txBox="1"/>
            <p:nvPr/>
          </p:nvSpPr>
          <p:spPr>
            <a:xfrm>
              <a:off x="6696683" y="3818300"/>
              <a:ext cx="18447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Code</a:t>
              </a:r>
              <a:endParaRPr sz="22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45" name="Google Shape;845;p37">
              <a:extLst>
                <a:ext uri="{FF2B5EF4-FFF2-40B4-BE49-F238E27FC236}">
                  <a16:creationId xmlns:a16="http://schemas.microsoft.com/office/drawing/2014/main" id="{E8A60BF8-80A5-8A54-55C6-6597B98B16DB}"/>
                </a:ext>
              </a:extLst>
            </p:cNvPr>
            <p:cNvSpPr txBox="1"/>
            <p:nvPr/>
          </p:nvSpPr>
          <p:spPr>
            <a:xfrm>
              <a:off x="6696683" y="4086899"/>
              <a:ext cx="1844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Code suggestions from the code base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6" name="Google Shape;846;p37">
            <a:extLst>
              <a:ext uri="{FF2B5EF4-FFF2-40B4-BE49-F238E27FC236}">
                <a16:creationId xmlns:a16="http://schemas.microsoft.com/office/drawing/2014/main" id="{C09994A3-B35E-4EE5-9DAB-58EB03321329}"/>
              </a:ext>
            </a:extLst>
          </p:cNvPr>
          <p:cNvGrpSpPr/>
          <p:nvPr/>
        </p:nvGrpSpPr>
        <p:grpSpPr>
          <a:xfrm>
            <a:off x="606907" y="2069635"/>
            <a:ext cx="1844700" cy="931041"/>
            <a:chOff x="607000" y="3818300"/>
            <a:chExt cx="1844700" cy="791799"/>
          </a:xfrm>
        </p:grpSpPr>
        <p:sp>
          <p:nvSpPr>
            <p:cNvPr id="847" name="Google Shape;847;p37">
              <a:extLst>
                <a:ext uri="{FF2B5EF4-FFF2-40B4-BE49-F238E27FC236}">
                  <a16:creationId xmlns:a16="http://schemas.microsoft.com/office/drawing/2014/main" id="{B3942446-8B94-0C86-353B-F4F9174DB42F}"/>
                </a:ext>
              </a:extLst>
            </p:cNvPr>
            <p:cNvSpPr txBox="1"/>
            <p:nvPr/>
          </p:nvSpPr>
          <p:spPr>
            <a:xfrm>
              <a:off x="607000" y="3818300"/>
              <a:ext cx="18447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Epics/Features</a:t>
              </a:r>
              <a:endParaRPr sz="20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48" name="Google Shape;848;p37">
              <a:extLst>
                <a:ext uri="{FF2B5EF4-FFF2-40B4-BE49-F238E27FC236}">
                  <a16:creationId xmlns:a16="http://schemas.microsoft.com/office/drawing/2014/main" id="{CFE68B41-4884-B4B7-B925-FA261D4A463F}"/>
                </a:ext>
              </a:extLst>
            </p:cNvPr>
            <p:cNvSpPr txBox="1"/>
            <p:nvPr/>
          </p:nvSpPr>
          <p:spPr>
            <a:xfrm>
              <a:off x="607000" y="4086899"/>
              <a:ext cx="1844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Support Epic and Feature level breakdowns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9" name="Google Shape;849;p37">
            <a:extLst>
              <a:ext uri="{FF2B5EF4-FFF2-40B4-BE49-F238E27FC236}">
                <a16:creationId xmlns:a16="http://schemas.microsoft.com/office/drawing/2014/main" id="{A273A424-34EB-40C8-4B25-BF8761A00B97}"/>
              </a:ext>
            </a:extLst>
          </p:cNvPr>
          <p:cNvGrpSpPr/>
          <p:nvPr/>
        </p:nvGrpSpPr>
        <p:grpSpPr>
          <a:xfrm>
            <a:off x="4582930" y="2070331"/>
            <a:ext cx="1844700" cy="931041"/>
            <a:chOff x="4670635" y="3818300"/>
            <a:chExt cx="1844700" cy="791799"/>
          </a:xfrm>
        </p:grpSpPr>
        <p:sp>
          <p:nvSpPr>
            <p:cNvPr id="850" name="Google Shape;850;p37">
              <a:extLst>
                <a:ext uri="{FF2B5EF4-FFF2-40B4-BE49-F238E27FC236}">
                  <a16:creationId xmlns:a16="http://schemas.microsoft.com/office/drawing/2014/main" id="{A80586B5-6393-B7E4-65DB-C6260E2FC232}"/>
                </a:ext>
              </a:extLst>
            </p:cNvPr>
            <p:cNvSpPr txBox="1"/>
            <p:nvPr/>
          </p:nvSpPr>
          <p:spPr>
            <a:xfrm>
              <a:off x="4673128" y="3818300"/>
              <a:ext cx="18399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Knowledge</a:t>
              </a:r>
              <a:endParaRPr sz="2000" dirty="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1" name="Google Shape;851;p37">
              <a:extLst>
                <a:ext uri="{FF2B5EF4-FFF2-40B4-BE49-F238E27FC236}">
                  <a16:creationId xmlns:a16="http://schemas.microsoft.com/office/drawing/2014/main" id="{6D6161DE-E0B6-205C-F940-E6BC8C6A5229}"/>
                </a:ext>
              </a:extLst>
            </p:cNvPr>
            <p:cNvSpPr txBox="1"/>
            <p:nvPr/>
          </p:nvSpPr>
          <p:spPr>
            <a:xfrm>
              <a:off x="4670635" y="4086899"/>
              <a:ext cx="1844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Enhance task generation with examples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2" name="Google Shape;852;p37">
            <a:extLst>
              <a:ext uri="{FF2B5EF4-FFF2-40B4-BE49-F238E27FC236}">
                <a16:creationId xmlns:a16="http://schemas.microsoft.com/office/drawing/2014/main" id="{89F04A04-6002-6265-54F0-2AF8CE9460FB}"/>
              </a:ext>
            </a:extLst>
          </p:cNvPr>
          <p:cNvGrpSpPr/>
          <p:nvPr/>
        </p:nvGrpSpPr>
        <p:grpSpPr>
          <a:xfrm>
            <a:off x="2611408" y="2060711"/>
            <a:ext cx="1844700" cy="931041"/>
            <a:chOff x="2639883" y="3818300"/>
            <a:chExt cx="1844700" cy="791799"/>
          </a:xfrm>
        </p:grpSpPr>
        <p:sp>
          <p:nvSpPr>
            <p:cNvPr id="853" name="Google Shape;853;p37">
              <a:extLst>
                <a:ext uri="{FF2B5EF4-FFF2-40B4-BE49-F238E27FC236}">
                  <a16:creationId xmlns:a16="http://schemas.microsoft.com/office/drawing/2014/main" id="{22BFE855-822A-266A-6BB4-68D54D690EA7}"/>
                </a:ext>
              </a:extLst>
            </p:cNvPr>
            <p:cNvSpPr txBox="1"/>
            <p:nvPr/>
          </p:nvSpPr>
          <p:spPr>
            <a:xfrm>
              <a:off x="2642369" y="3818300"/>
              <a:ext cx="1839900" cy="2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Images</a:t>
              </a:r>
              <a:endParaRPr sz="2000" dirty="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54" name="Google Shape;854;p37">
              <a:extLst>
                <a:ext uri="{FF2B5EF4-FFF2-40B4-BE49-F238E27FC236}">
                  <a16:creationId xmlns:a16="http://schemas.microsoft.com/office/drawing/2014/main" id="{C1E1E91A-6D5B-D07B-10A7-8B55BDB21D85}"/>
                </a:ext>
              </a:extLst>
            </p:cNvPr>
            <p:cNvSpPr txBox="1"/>
            <p:nvPr/>
          </p:nvSpPr>
          <p:spPr>
            <a:xfrm>
              <a:off x="2639883" y="4086899"/>
              <a:ext cx="18447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Support architecture diagrams in work items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5" name="Google Shape;855;p37">
            <a:extLst>
              <a:ext uri="{FF2B5EF4-FFF2-40B4-BE49-F238E27FC236}">
                <a16:creationId xmlns:a16="http://schemas.microsoft.com/office/drawing/2014/main" id="{52605D14-F75F-581D-0650-D4488063F7C6}"/>
              </a:ext>
            </a:extLst>
          </p:cNvPr>
          <p:cNvGrpSpPr/>
          <p:nvPr/>
        </p:nvGrpSpPr>
        <p:grpSpPr>
          <a:xfrm>
            <a:off x="661409" y="1298984"/>
            <a:ext cx="8080600" cy="343804"/>
            <a:chOff x="533400" y="1028650"/>
            <a:chExt cx="8080600" cy="343804"/>
          </a:xfrm>
        </p:grpSpPr>
        <p:sp>
          <p:nvSpPr>
            <p:cNvPr id="856" name="Google Shape;856;p37">
              <a:extLst>
                <a:ext uri="{FF2B5EF4-FFF2-40B4-BE49-F238E27FC236}">
                  <a16:creationId xmlns:a16="http://schemas.microsoft.com/office/drawing/2014/main" id="{E81CA35C-2DFD-4317-DCE6-52063C10AACA}"/>
                </a:ext>
              </a:extLst>
            </p:cNvPr>
            <p:cNvSpPr txBox="1"/>
            <p:nvPr/>
          </p:nvSpPr>
          <p:spPr>
            <a:xfrm>
              <a:off x="533400" y="1028654"/>
              <a:ext cx="617169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2025</a:t>
              </a:r>
              <a:endParaRPr sz="17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867" name="Google Shape;867;p37">
              <a:extLst>
                <a:ext uri="{FF2B5EF4-FFF2-40B4-BE49-F238E27FC236}">
                  <a16:creationId xmlns:a16="http://schemas.microsoft.com/office/drawing/2014/main" id="{B23E65D4-EFAF-B7A6-5CF8-47B3516C36B4}"/>
                </a:ext>
              </a:extLst>
            </p:cNvPr>
            <p:cNvSpPr txBox="1"/>
            <p:nvPr/>
          </p:nvSpPr>
          <p:spPr>
            <a:xfrm>
              <a:off x="7923672" y="1028650"/>
              <a:ext cx="690328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2026</a:t>
              </a:r>
              <a:endParaRPr sz="17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868" name="Google Shape;868;p37">
            <a:extLst>
              <a:ext uri="{FF2B5EF4-FFF2-40B4-BE49-F238E27FC236}">
                <a16:creationId xmlns:a16="http://schemas.microsoft.com/office/drawing/2014/main" id="{10D8E198-DC06-B81F-FBA8-CE32DD8B377C}"/>
              </a:ext>
            </a:extLst>
          </p:cNvPr>
          <p:cNvSpPr/>
          <p:nvPr/>
        </p:nvSpPr>
        <p:spPr>
          <a:xfrm>
            <a:off x="661409" y="1718983"/>
            <a:ext cx="8077200" cy="2631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37">
            <a:extLst>
              <a:ext uri="{FF2B5EF4-FFF2-40B4-BE49-F238E27FC236}">
                <a16:creationId xmlns:a16="http://schemas.microsoft.com/office/drawing/2014/main" id="{A97F3BD5-68AC-0C03-6963-2AAC2CBF6C24}"/>
              </a:ext>
            </a:extLst>
          </p:cNvPr>
          <p:cNvSpPr/>
          <p:nvPr/>
        </p:nvSpPr>
        <p:spPr>
          <a:xfrm>
            <a:off x="661409" y="1718984"/>
            <a:ext cx="1154400" cy="263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0" name="Google Shape;870;p37">
            <a:extLst>
              <a:ext uri="{FF2B5EF4-FFF2-40B4-BE49-F238E27FC236}">
                <a16:creationId xmlns:a16="http://schemas.microsoft.com/office/drawing/2014/main" id="{FF7BDA47-9E73-CF09-C0DE-E28737DEEB36}"/>
              </a:ext>
            </a:extLst>
          </p:cNvPr>
          <p:cNvSpPr/>
          <p:nvPr/>
        </p:nvSpPr>
        <p:spPr>
          <a:xfrm>
            <a:off x="2697127" y="1718982"/>
            <a:ext cx="1260018" cy="2631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1" name="Google Shape;871;p37">
            <a:extLst>
              <a:ext uri="{FF2B5EF4-FFF2-40B4-BE49-F238E27FC236}">
                <a16:creationId xmlns:a16="http://schemas.microsoft.com/office/drawing/2014/main" id="{B1F057E6-587A-20C7-6551-29CA20B40911}"/>
              </a:ext>
            </a:extLst>
          </p:cNvPr>
          <p:cNvSpPr/>
          <p:nvPr/>
        </p:nvSpPr>
        <p:spPr>
          <a:xfrm>
            <a:off x="6664780" y="1718982"/>
            <a:ext cx="1874419" cy="2631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2" name="Google Shape;872;p37">
            <a:extLst>
              <a:ext uri="{FF2B5EF4-FFF2-40B4-BE49-F238E27FC236}">
                <a16:creationId xmlns:a16="http://schemas.microsoft.com/office/drawing/2014/main" id="{E3C5F383-F8EF-2471-C16C-7166C12A8940}"/>
              </a:ext>
            </a:extLst>
          </p:cNvPr>
          <p:cNvSpPr/>
          <p:nvPr/>
        </p:nvSpPr>
        <p:spPr>
          <a:xfrm>
            <a:off x="4657826" y="1712127"/>
            <a:ext cx="1694909" cy="263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D001EB0-C326-F6E6-1DF1-CE6872D40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513" y="786789"/>
            <a:ext cx="1524973" cy="706176"/>
          </a:xfrm>
          <a:prstGeom prst="rect">
            <a:avLst/>
          </a:prstGeom>
        </p:spPr>
      </p:pic>
      <p:sp>
        <p:nvSpPr>
          <p:cNvPr id="16" name="Google Shape;689;p34">
            <a:extLst>
              <a:ext uri="{FF2B5EF4-FFF2-40B4-BE49-F238E27FC236}">
                <a16:creationId xmlns:a16="http://schemas.microsoft.com/office/drawing/2014/main" id="{CA3BC2F1-9BF8-A105-2F6D-DD652FE21743}"/>
              </a:ext>
            </a:extLst>
          </p:cNvPr>
          <p:cNvSpPr txBox="1">
            <a:spLocks/>
          </p:cNvSpPr>
          <p:nvPr/>
        </p:nvSpPr>
        <p:spPr>
          <a:xfrm>
            <a:off x="504750" y="475516"/>
            <a:ext cx="8134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700" b="0" i="0" u="none" strike="noStrike" cap="non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r>
              <a:rPr lang="en-US" dirty="0"/>
              <a:t>Future roadmap</a:t>
            </a:r>
          </a:p>
        </p:txBody>
      </p:sp>
    </p:spTree>
    <p:extLst>
      <p:ext uri="{BB962C8B-B14F-4D97-AF65-F5344CB8AC3E}">
        <p14:creationId xmlns:p14="http://schemas.microsoft.com/office/powerpoint/2010/main" val="50900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504750" y="475516"/>
            <a:ext cx="8134500" cy="24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Pilot Requirements</a:t>
            </a:r>
            <a:endParaRPr dirty="0"/>
          </a:p>
        </p:txBody>
      </p:sp>
      <p:grpSp>
        <p:nvGrpSpPr>
          <p:cNvPr id="137" name="Google Shape;137;p15"/>
          <p:cNvGrpSpPr/>
          <p:nvPr/>
        </p:nvGrpSpPr>
        <p:grpSpPr>
          <a:xfrm>
            <a:off x="6841200" y="1411451"/>
            <a:ext cx="821250" cy="3174189"/>
            <a:chOff x="4161375" y="1295201"/>
            <a:chExt cx="821250" cy="3174189"/>
          </a:xfrm>
        </p:grpSpPr>
        <p:sp>
          <p:nvSpPr>
            <p:cNvPr id="138" name="Google Shape;138;p15"/>
            <p:cNvSpPr/>
            <p:nvPr/>
          </p:nvSpPr>
          <p:spPr>
            <a:xfrm>
              <a:off x="4207851" y="2660462"/>
              <a:ext cx="148847" cy="350345"/>
            </a:xfrm>
            <a:custGeom>
              <a:avLst/>
              <a:gdLst/>
              <a:ahLst/>
              <a:cxnLst/>
              <a:rect l="l" t="t" r="r" b="b"/>
              <a:pathLst>
                <a:path w="8716" h="20515" extrusionOk="0">
                  <a:moveTo>
                    <a:pt x="6763" y="0"/>
                  </a:moveTo>
                  <a:cubicBezTo>
                    <a:pt x="2358" y="4012"/>
                    <a:pt x="0" y="9858"/>
                    <a:pt x="381" y="15859"/>
                  </a:cubicBezTo>
                  <a:lnTo>
                    <a:pt x="667" y="20514"/>
                  </a:lnTo>
                  <a:lnTo>
                    <a:pt x="8716" y="12371"/>
                  </a:lnTo>
                  <a:lnTo>
                    <a:pt x="8716" y="6025"/>
                  </a:lnTo>
                  <a:lnTo>
                    <a:pt x="8596" y="6025"/>
                  </a:lnTo>
                  <a:lnTo>
                    <a:pt x="6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5"/>
            <p:cNvSpPr/>
            <p:nvPr/>
          </p:nvSpPr>
          <p:spPr>
            <a:xfrm flipH="1">
              <a:off x="4787301" y="2660462"/>
              <a:ext cx="148847" cy="350345"/>
            </a:xfrm>
            <a:custGeom>
              <a:avLst/>
              <a:gdLst/>
              <a:ahLst/>
              <a:cxnLst/>
              <a:rect l="l" t="t" r="r" b="b"/>
              <a:pathLst>
                <a:path w="8716" h="20515" extrusionOk="0">
                  <a:moveTo>
                    <a:pt x="6763" y="0"/>
                  </a:moveTo>
                  <a:cubicBezTo>
                    <a:pt x="2358" y="4012"/>
                    <a:pt x="0" y="9858"/>
                    <a:pt x="381" y="15859"/>
                  </a:cubicBezTo>
                  <a:lnTo>
                    <a:pt x="667" y="20514"/>
                  </a:lnTo>
                  <a:lnTo>
                    <a:pt x="8716" y="12371"/>
                  </a:lnTo>
                  <a:lnTo>
                    <a:pt x="8716" y="6025"/>
                  </a:lnTo>
                  <a:lnTo>
                    <a:pt x="8596" y="6025"/>
                  </a:lnTo>
                  <a:lnTo>
                    <a:pt x="67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5"/>
            <p:cNvSpPr/>
            <p:nvPr/>
          </p:nvSpPr>
          <p:spPr>
            <a:xfrm>
              <a:off x="4161375" y="3020938"/>
              <a:ext cx="217900" cy="512875"/>
            </a:xfrm>
            <a:custGeom>
              <a:avLst/>
              <a:gdLst/>
              <a:ahLst/>
              <a:cxnLst/>
              <a:rect l="l" t="t" r="r" b="b"/>
              <a:pathLst>
                <a:path w="8716" h="20515" extrusionOk="0">
                  <a:moveTo>
                    <a:pt x="6763" y="0"/>
                  </a:moveTo>
                  <a:cubicBezTo>
                    <a:pt x="2358" y="4012"/>
                    <a:pt x="0" y="9858"/>
                    <a:pt x="381" y="15859"/>
                  </a:cubicBezTo>
                  <a:lnTo>
                    <a:pt x="667" y="20514"/>
                  </a:lnTo>
                  <a:lnTo>
                    <a:pt x="8716" y="12371"/>
                  </a:lnTo>
                  <a:lnTo>
                    <a:pt x="8716" y="6025"/>
                  </a:lnTo>
                  <a:lnTo>
                    <a:pt x="8596" y="6025"/>
                  </a:lnTo>
                  <a:lnTo>
                    <a:pt x="67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4765025" y="3020338"/>
              <a:ext cx="217600" cy="512275"/>
            </a:xfrm>
            <a:custGeom>
              <a:avLst/>
              <a:gdLst/>
              <a:ahLst/>
              <a:cxnLst/>
              <a:rect l="l" t="t" r="r" b="b"/>
              <a:pathLst>
                <a:path w="8704" h="20491" extrusionOk="0">
                  <a:moveTo>
                    <a:pt x="1917" y="0"/>
                  </a:moveTo>
                  <a:lnTo>
                    <a:pt x="95" y="6049"/>
                  </a:lnTo>
                  <a:lnTo>
                    <a:pt x="0" y="6049"/>
                  </a:lnTo>
                  <a:lnTo>
                    <a:pt x="0" y="12371"/>
                  </a:lnTo>
                  <a:lnTo>
                    <a:pt x="8061" y="20491"/>
                  </a:lnTo>
                  <a:lnTo>
                    <a:pt x="8346" y="15836"/>
                  </a:lnTo>
                  <a:cubicBezTo>
                    <a:pt x="8703" y="9835"/>
                    <a:pt x="6334" y="4001"/>
                    <a:pt x="19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4312875" y="1376688"/>
              <a:ext cx="517950" cy="2128250"/>
            </a:xfrm>
            <a:custGeom>
              <a:avLst/>
              <a:gdLst/>
              <a:ahLst/>
              <a:cxnLst/>
              <a:rect l="l" t="t" r="r" b="b"/>
              <a:pathLst>
                <a:path w="20718" h="85130" extrusionOk="0">
                  <a:moveTo>
                    <a:pt x="10299" y="0"/>
                  </a:moveTo>
                  <a:cubicBezTo>
                    <a:pt x="10299" y="0"/>
                    <a:pt x="0" y="23420"/>
                    <a:pt x="36" y="52280"/>
                  </a:cubicBezTo>
                  <a:cubicBezTo>
                    <a:pt x="60" y="64734"/>
                    <a:pt x="1989" y="76164"/>
                    <a:pt x="4191" y="85130"/>
                  </a:cubicBezTo>
                  <a:lnTo>
                    <a:pt x="16645" y="85118"/>
                  </a:lnTo>
                  <a:cubicBezTo>
                    <a:pt x="18812" y="76140"/>
                    <a:pt x="20717" y="64699"/>
                    <a:pt x="20705" y="52256"/>
                  </a:cubicBezTo>
                  <a:cubicBezTo>
                    <a:pt x="20670" y="23384"/>
                    <a:pt x="10299" y="0"/>
                    <a:pt x="10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4449275" y="1376688"/>
              <a:ext cx="245300" cy="2267215"/>
            </a:xfrm>
            <a:custGeom>
              <a:avLst/>
              <a:gdLst/>
              <a:ahLst/>
              <a:cxnLst/>
              <a:rect l="l" t="t" r="r" b="b"/>
              <a:pathLst>
                <a:path w="9812" h="15002" extrusionOk="0">
                  <a:moveTo>
                    <a:pt x="4835" y="0"/>
                  </a:moveTo>
                  <a:cubicBezTo>
                    <a:pt x="4835" y="0"/>
                    <a:pt x="2477" y="5465"/>
                    <a:pt x="1" y="14359"/>
                  </a:cubicBezTo>
                  <a:cubicBezTo>
                    <a:pt x="1" y="14359"/>
                    <a:pt x="1049" y="15002"/>
                    <a:pt x="4954" y="15002"/>
                  </a:cubicBezTo>
                  <a:cubicBezTo>
                    <a:pt x="8454" y="15002"/>
                    <a:pt x="9812" y="14347"/>
                    <a:pt x="9812" y="14347"/>
                  </a:cubicBezTo>
                  <a:cubicBezTo>
                    <a:pt x="7299" y="5453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4414400" y="3628077"/>
              <a:ext cx="314650" cy="841313"/>
            </a:xfrm>
            <a:custGeom>
              <a:avLst/>
              <a:gdLst/>
              <a:ahLst/>
              <a:cxnLst/>
              <a:rect l="l" t="t" r="r" b="b"/>
              <a:pathLst>
                <a:path w="12586" h="59976" extrusionOk="0">
                  <a:moveTo>
                    <a:pt x="6272" y="1"/>
                  </a:moveTo>
                  <a:cubicBezTo>
                    <a:pt x="3134" y="1"/>
                    <a:pt x="0" y="4126"/>
                    <a:pt x="12" y="12374"/>
                  </a:cubicBezTo>
                  <a:cubicBezTo>
                    <a:pt x="36" y="28876"/>
                    <a:pt x="6346" y="59975"/>
                    <a:pt x="6346" y="59975"/>
                  </a:cubicBezTo>
                  <a:cubicBezTo>
                    <a:pt x="6346" y="59975"/>
                    <a:pt x="12585" y="28853"/>
                    <a:pt x="12562" y="12362"/>
                  </a:cubicBezTo>
                  <a:cubicBezTo>
                    <a:pt x="12550" y="4120"/>
                    <a:pt x="9409" y="1"/>
                    <a:pt x="62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4417650" y="3504613"/>
              <a:ext cx="311375" cy="139925"/>
            </a:xfrm>
            <a:custGeom>
              <a:avLst/>
              <a:gdLst/>
              <a:ahLst/>
              <a:cxnLst/>
              <a:rect l="l" t="t" r="r" b="b"/>
              <a:pathLst>
                <a:path w="12455" h="5597" extrusionOk="0">
                  <a:moveTo>
                    <a:pt x="12454" y="1"/>
                  </a:moveTo>
                  <a:lnTo>
                    <a:pt x="0" y="13"/>
                  </a:lnTo>
                  <a:lnTo>
                    <a:pt x="631" y="5597"/>
                  </a:lnTo>
                  <a:lnTo>
                    <a:pt x="11692" y="5585"/>
                  </a:lnTo>
                  <a:lnTo>
                    <a:pt x="12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4426275" y="3643913"/>
              <a:ext cx="292325" cy="28300"/>
            </a:xfrm>
            <a:custGeom>
              <a:avLst/>
              <a:gdLst/>
              <a:ahLst/>
              <a:cxnLst/>
              <a:rect l="l" t="t" r="r" b="b"/>
              <a:pathLst>
                <a:path w="11693" h="1132" extrusionOk="0">
                  <a:moveTo>
                    <a:pt x="11347" y="1"/>
                  </a:moveTo>
                  <a:lnTo>
                    <a:pt x="286" y="13"/>
                  </a:lnTo>
                  <a:lnTo>
                    <a:pt x="1" y="1132"/>
                  </a:lnTo>
                  <a:lnTo>
                    <a:pt x="11693" y="1096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4448300" y="1295201"/>
              <a:ext cx="245300" cy="456548"/>
            </a:xfrm>
            <a:custGeom>
              <a:avLst/>
              <a:gdLst/>
              <a:ahLst/>
              <a:cxnLst/>
              <a:rect l="l" t="t" r="r" b="b"/>
              <a:pathLst>
                <a:path w="9812" h="15002" extrusionOk="0">
                  <a:moveTo>
                    <a:pt x="4835" y="0"/>
                  </a:moveTo>
                  <a:cubicBezTo>
                    <a:pt x="4835" y="0"/>
                    <a:pt x="2477" y="5465"/>
                    <a:pt x="1" y="14359"/>
                  </a:cubicBezTo>
                  <a:cubicBezTo>
                    <a:pt x="1" y="14359"/>
                    <a:pt x="1049" y="15002"/>
                    <a:pt x="4954" y="15002"/>
                  </a:cubicBezTo>
                  <a:cubicBezTo>
                    <a:pt x="8454" y="15002"/>
                    <a:pt x="9812" y="14347"/>
                    <a:pt x="9812" y="14347"/>
                  </a:cubicBezTo>
                  <a:cubicBezTo>
                    <a:pt x="7299" y="5453"/>
                    <a:pt x="4835" y="0"/>
                    <a:pt x="4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433425" y="2230663"/>
              <a:ext cx="277425" cy="277125"/>
            </a:xfrm>
            <a:custGeom>
              <a:avLst/>
              <a:gdLst/>
              <a:ahLst/>
              <a:cxnLst/>
              <a:rect l="l" t="t" r="r" b="b"/>
              <a:pathLst>
                <a:path w="11097" h="11085" extrusionOk="0">
                  <a:moveTo>
                    <a:pt x="5549" y="0"/>
                  </a:moveTo>
                  <a:cubicBezTo>
                    <a:pt x="2489" y="0"/>
                    <a:pt x="0" y="2477"/>
                    <a:pt x="0" y="5548"/>
                  </a:cubicBezTo>
                  <a:cubicBezTo>
                    <a:pt x="0" y="8608"/>
                    <a:pt x="2489" y="11085"/>
                    <a:pt x="5549" y="11085"/>
                  </a:cubicBezTo>
                  <a:cubicBezTo>
                    <a:pt x="8609" y="11085"/>
                    <a:pt x="11097" y="8608"/>
                    <a:pt x="11097" y="5548"/>
                  </a:cubicBezTo>
                  <a:cubicBezTo>
                    <a:pt x="11097" y="2477"/>
                    <a:pt x="8609" y="0"/>
                    <a:pt x="5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4406325" y="2203563"/>
              <a:ext cx="331625" cy="331325"/>
            </a:xfrm>
            <a:custGeom>
              <a:avLst/>
              <a:gdLst/>
              <a:ahLst/>
              <a:cxnLst/>
              <a:rect l="l" t="t" r="r" b="b"/>
              <a:pathLst>
                <a:path w="13265" h="13253" extrusionOk="0">
                  <a:moveTo>
                    <a:pt x="6633" y="2168"/>
                  </a:moveTo>
                  <a:cubicBezTo>
                    <a:pt x="9097" y="2168"/>
                    <a:pt x="11098" y="4168"/>
                    <a:pt x="11098" y="6632"/>
                  </a:cubicBezTo>
                  <a:cubicBezTo>
                    <a:pt x="11098" y="9085"/>
                    <a:pt x="9097" y="11097"/>
                    <a:pt x="6633" y="11097"/>
                  </a:cubicBezTo>
                  <a:cubicBezTo>
                    <a:pt x="4168" y="11097"/>
                    <a:pt x="2168" y="9085"/>
                    <a:pt x="2168" y="6632"/>
                  </a:cubicBezTo>
                  <a:cubicBezTo>
                    <a:pt x="2168" y="4168"/>
                    <a:pt x="4168" y="2168"/>
                    <a:pt x="6633" y="2168"/>
                  </a:cubicBezTo>
                  <a:close/>
                  <a:moveTo>
                    <a:pt x="6633" y="1"/>
                  </a:moveTo>
                  <a:cubicBezTo>
                    <a:pt x="2978" y="1"/>
                    <a:pt x="1" y="2977"/>
                    <a:pt x="1" y="6632"/>
                  </a:cubicBezTo>
                  <a:cubicBezTo>
                    <a:pt x="1" y="10288"/>
                    <a:pt x="2978" y="13252"/>
                    <a:pt x="6633" y="13252"/>
                  </a:cubicBezTo>
                  <a:cubicBezTo>
                    <a:pt x="10288" y="13252"/>
                    <a:pt x="13265" y="10288"/>
                    <a:pt x="13265" y="6632"/>
                  </a:cubicBezTo>
                  <a:cubicBezTo>
                    <a:pt x="13265" y="2977"/>
                    <a:pt x="10288" y="1"/>
                    <a:pt x="66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4498025" y="2674763"/>
              <a:ext cx="148850" cy="14885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2977" y="0"/>
                  </a:moveTo>
                  <a:cubicBezTo>
                    <a:pt x="1334" y="0"/>
                    <a:pt x="0" y="1334"/>
                    <a:pt x="0" y="2977"/>
                  </a:cubicBezTo>
                  <a:cubicBezTo>
                    <a:pt x="0" y="4620"/>
                    <a:pt x="1334" y="5953"/>
                    <a:pt x="2977" y="5953"/>
                  </a:cubicBezTo>
                  <a:cubicBezTo>
                    <a:pt x="4620" y="5953"/>
                    <a:pt x="5953" y="4620"/>
                    <a:pt x="5953" y="2977"/>
                  </a:cubicBezTo>
                  <a:cubicBezTo>
                    <a:pt x="5953" y="1334"/>
                    <a:pt x="4620" y="0"/>
                    <a:pt x="29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483425" y="2660463"/>
              <a:ext cx="178025" cy="177725"/>
            </a:xfrm>
            <a:custGeom>
              <a:avLst/>
              <a:gdLst/>
              <a:ahLst/>
              <a:cxnLst/>
              <a:rect l="l" t="t" r="r" b="b"/>
              <a:pathLst>
                <a:path w="7121" h="7109" extrusionOk="0">
                  <a:moveTo>
                    <a:pt x="3561" y="1156"/>
                  </a:moveTo>
                  <a:cubicBezTo>
                    <a:pt x="4882" y="1156"/>
                    <a:pt x="5954" y="2227"/>
                    <a:pt x="5954" y="3549"/>
                  </a:cubicBezTo>
                  <a:cubicBezTo>
                    <a:pt x="5954" y="4870"/>
                    <a:pt x="4882" y="5954"/>
                    <a:pt x="3561" y="5954"/>
                  </a:cubicBezTo>
                  <a:cubicBezTo>
                    <a:pt x="2239" y="5954"/>
                    <a:pt x="1168" y="4870"/>
                    <a:pt x="1168" y="3549"/>
                  </a:cubicBezTo>
                  <a:cubicBezTo>
                    <a:pt x="1168" y="2227"/>
                    <a:pt x="2239" y="1156"/>
                    <a:pt x="3561" y="1156"/>
                  </a:cubicBezTo>
                  <a:close/>
                  <a:moveTo>
                    <a:pt x="3561" y="1"/>
                  </a:moveTo>
                  <a:cubicBezTo>
                    <a:pt x="1596" y="1"/>
                    <a:pt x="1" y="1596"/>
                    <a:pt x="1" y="3549"/>
                  </a:cubicBezTo>
                  <a:cubicBezTo>
                    <a:pt x="1" y="5513"/>
                    <a:pt x="1596" y="7109"/>
                    <a:pt x="3561" y="7109"/>
                  </a:cubicBezTo>
                  <a:cubicBezTo>
                    <a:pt x="5525" y="7109"/>
                    <a:pt x="7121" y="5513"/>
                    <a:pt x="7121" y="3549"/>
                  </a:cubicBezTo>
                  <a:cubicBezTo>
                    <a:pt x="7121" y="1596"/>
                    <a:pt x="5525" y="1"/>
                    <a:pt x="35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4498025" y="1914838"/>
              <a:ext cx="148850" cy="14885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2977" y="1"/>
                  </a:moveTo>
                  <a:cubicBezTo>
                    <a:pt x="1334" y="1"/>
                    <a:pt x="0" y="1334"/>
                    <a:pt x="0" y="2977"/>
                  </a:cubicBezTo>
                  <a:cubicBezTo>
                    <a:pt x="0" y="4620"/>
                    <a:pt x="1334" y="5954"/>
                    <a:pt x="2977" y="5954"/>
                  </a:cubicBezTo>
                  <a:cubicBezTo>
                    <a:pt x="4620" y="5954"/>
                    <a:pt x="5953" y="4620"/>
                    <a:pt x="5953" y="2977"/>
                  </a:cubicBezTo>
                  <a:cubicBezTo>
                    <a:pt x="5953" y="1334"/>
                    <a:pt x="4620" y="1"/>
                    <a:pt x="29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4483425" y="1900263"/>
              <a:ext cx="178025" cy="178025"/>
            </a:xfrm>
            <a:custGeom>
              <a:avLst/>
              <a:gdLst/>
              <a:ahLst/>
              <a:cxnLst/>
              <a:rect l="l" t="t" r="r" b="b"/>
              <a:pathLst>
                <a:path w="7121" h="7121" extrusionOk="0">
                  <a:moveTo>
                    <a:pt x="3561" y="1167"/>
                  </a:moveTo>
                  <a:cubicBezTo>
                    <a:pt x="4882" y="1167"/>
                    <a:pt x="5954" y="2238"/>
                    <a:pt x="5954" y="3560"/>
                  </a:cubicBezTo>
                  <a:cubicBezTo>
                    <a:pt x="5954" y="4882"/>
                    <a:pt x="4882" y="5953"/>
                    <a:pt x="3561" y="5953"/>
                  </a:cubicBezTo>
                  <a:cubicBezTo>
                    <a:pt x="2239" y="5953"/>
                    <a:pt x="1168" y="4882"/>
                    <a:pt x="1168" y="3560"/>
                  </a:cubicBezTo>
                  <a:cubicBezTo>
                    <a:pt x="1168" y="2238"/>
                    <a:pt x="2239" y="1167"/>
                    <a:pt x="3561" y="1167"/>
                  </a:cubicBezTo>
                  <a:close/>
                  <a:moveTo>
                    <a:pt x="3561" y="0"/>
                  </a:moveTo>
                  <a:cubicBezTo>
                    <a:pt x="1596" y="0"/>
                    <a:pt x="1" y="1596"/>
                    <a:pt x="1" y="3560"/>
                  </a:cubicBezTo>
                  <a:cubicBezTo>
                    <a:pt x="1" y="5525"/>
                    <a:pt x="1596" y="7120"/>
                    <a:pt x="3561" y="7120"/>
                  </a:cubicBezTo>
                  <a:cubicBezTo>
                    <a:pt x="5525" y="7120"/>
                    <a:pt x="7121" y="5525"/>
                    <a:pt x="7121" y="3560"/>
                  </a:cubicBezTo>
                  <a:cubicBezTo>
                    <a:pt x="7121" y="1596"/>
                    <a:pt x="5525" y="0"/>
                    <a:pt x="3561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4482194" y="3675138"/>
              <a:ext cx="172523" cy="456567"/>
            </a:xfrm>
            <a:custGeom>
              <a:avLst/>
              <a:gdLst/>
              <a:ahLst/>
              <a:cxnLst/>
              <a:rect l="l" t="t" r="r" b="b"/>
              <a:pathLst>
                <a:path w="12586" h="59976" extrusionOk="0">
                  <a:moveTo>
                    <a:pt x="6272" y="1"/>
                  </a:moveTo>
                  <a:cubicBezTo>
                    <a:pt x="3134" y="1"/>
                    <a:pt x="0" y="4126"/>
                    <a:pt x="12" y="12374"/>
                  </a:cubicBezTo>
                  <a:cubicBezTo>
                    <a:pt x="36" y="28876"/>
                    <a:pt x="6346" y="59975"/>
                    <a:pt x="6346" y="59975"/>
                  </a:cubicBezTo>
                  <a:cubicBezTo>
                    <a:pt x="6346" y="59975"/>
                    <a:pt x="12585" y="28853"/>
                    <a:pt x="12562" y="12362"/>
                  </a:cubicBezTo>
                  <a:cubicBezTo>
                    <a:pt x="12550" y="4120"/>
                    <a:pt x="9409" y="1"/>
                    <a:pt x="627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4510098" y="3504613"/>
              <a:ext cx="126200" cy="139925"/>
            </a:xfrm>
            <a:custGeom>
              <a:avLst/>
              <a:gdLst/>
              <a:ahLst/>
              <a:cxnLst/>
              <a:rect l="l" t="t" r="r" b="b"/>
              <a:pathLst>
                <a:path w="12455" h="5597" extrusionOk="0">
                  <a:moveTo>
                    <a:pt x="12454" y="1"/>
                  </a:moveTo>
                  <a:lnTo>
                    <a:pt x="0" y="13"/>
                  </a:lnTo>
                  <a:lnTo>
                    <a:pt x="631" y="5597"/>
                  </a:lnTo>
                  <a:lnTo>
                    <a:pt x="11692" y="5585"/>
                  </a:lnTo>
                  <a:lnTo>
                    <a:pt x="12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4514849" y="2990861"/>
              <a:ext cx="114302" cy="114302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2977" y="0"/>
                  </a:moveTo>
                  <a:cubicBezTo>
                    <a:pt x="1334" y="0"/>
                    <a:pt x="0" y="1334"/>
                    <a:pt x="0" y="2977"/>
                  </a:cubicBezTo>
                  <a:cubicBezTo>
                    <a:pt x="0" y="4620"/>
                    <a:pt x="1334" y="5953"/>
                    <a:pt x="2977" y="5953"/>
                  </a:cubicBezTo>
                  <a:cubicBezTo>
                    <a:pt x="4620" y="5953"/>
                    <a:pt x="5953" y="4620"/>
                    <a:pt x="5953" y="2977"/>
                  </a:cubicBezTo>
                  <a:cubicBezTo>
                    <a:pt x="5953" y="1334"/>
                    <a:pt x="4620" y="0"/>
                    <a:pt x="2977" y="0"/>
                  </a:cubicBezTo>
                  <a:close/>
                </a:path>
              </a:pathLst>
            </a:custGeom>
            <a:solidFill>
              <a:schemeClr val="dk2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4FE03A3-417C-1FE0-3BDA-726588CBB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681" y="1082693"/>
            <a:ext cx="1524973" cy="706176"/>
          </a:xfrm>
          <a:prstGeom prst="rect">
            <a:avLst/>
          </a:prstGeom>
        </p:spPr>
      </p:pic>
      <p:sp>
        <p:nvSpPr>
          <p:cNvPr id="4" name="Google Shape;327;p21">
            <a:extLst>
              <a:ext uri="{FF2B5EF4-FFF2-40B4-BE49-F238E27FC236}">
                <a16:creationId xmlns:a16="http://schemas.microsoft.com/office/drawing/2014/main" id="{4DE9F10F-8A72-6045-0D46-BAF46ADFCD55}"/>
              </a:ext>
            </a:extLst>
          </p:cNvPr>
          <p:cNvSpPr/>
          <p:nvPr/>
        </p:nvSpPr>
        <p:spPr>
          <a:xfrm>
            <a:off x="2468344" y="2029823"/>
            <a:ext cx="3715117" cy="8396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Agile Process</a:t>
            </a:r>
            <a:b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Have a well-established Agile process today</a:t>
            </a:r>
            <a:endParaRPr sz="2200" dirty="0">
              <a:solidFill>
                <a:schemeClr val="lt1"/>
              </a:solidFill>
            </a:endParaRPr>
          </a:p>
        </p:txBody>
      </p:sp>
      <p:sp>
        <p:nvSpPr>
          <p:cNvPr id="7" name="Google Shape;330;p21">
            <a:extLst>
              <a:ext uri="{FF2B5EF4-FFF2-40B4-BE49-F238E27FC236}">
                <a16:creationId xmlns:a16="http://schemas.microsoft.com/office/drawing/2014/main" id="{A20A4BB0-4DB8-3D9D-17B1-9E346D524874}"/>
              </a:ext>
            </a:extLst>
          </p:cNvPr>
          <p:cNvSpPr/>
          <p:nvPr/>
        </p:nvSpPr>
        <p:spPr>
          <a:xfrm>
            <a:off x="1810114" y="2264720"/>
            <a:ext cx="521980" cy="385127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32;p21">
            <a:extLst>
              <a:ext uri="{FF2B5EF4-FFF2-40B4-BE49-F238E27FC236}">
                <a16:creationId xmlns:a16="http://schemas.microsoft.com/office/drawing/2014/main" id="{8930ED3A-4EFA-BD3B-C88D-C646DF70C7F6}"/>
              </a:ext>
            </a:extLst>
          </p:cNvPr>
          <p:cNvSpPr/>
          <p:nvPr/>
        </p:nvSpPr>
        <p:spPr>
          <a:xfrm>
            <a:off x="2468345" y="3874920"/>
            <a:ext cx="3715116" cy="747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Feedback Cycles</a:t>
            </a:r>
            <a:b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Willing to learn and provide feedback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9" name="Google Shape;342;p21">
            <a:extLst>
              <a:ext uri="{FF2B5EF4-FFF2-40B4-BE49-F238E27FC236}">
                <a16:creationId xmlns:a16="http://schemas.microsoft.com/office/drawing/2014/main" id="{7C80B35E-A5E2-7F8C-F189-8582AE2C8C29}"/>
              </a:ext>
            </a:extLst>
          </p:cNvPr>
          <p:cNvSpPr/>
          <p:nvPr/>
        </p:nvSpPr>
        <p:spPr>
          <a:xfrm>
            <a:off x="2468211" y="2998546"/>
            <a:ext cx="3715116" cy="7473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Azure DevOps</a:t>
            </a:r>
            <a:br>
              <a:rPr lang="en" sz="22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</a:br>
            <a:r>
              <a:rPr lang="en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Currently use Azure DevOps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345;p21">
            <a:extLst>
              <a:ext uri="{FF2B5EF4-FFF2-40B4-BE49-F238E27FC236}">
                <a16:creationId xmlns:a16="http://schemas.microsoft.com/office/drawing/2014/main" id="{BDD6CCE7-9E63-D4D0-517E-87F01B4654F2}"/>
              </a:ext>
            </a:extLst>
          </p:cNvPr>
          <p:cNvSpPr/>
          <p:nvPr/>
        </p:nvSpPr>
        <p:spPr>
          <a:xfrm>
            <a:off x="1801651" y="3207209"/>
            <a:ext cx="521980" cy="385127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45;p21">
            <a:extLst>
              <a:ext uri="{FF2B5EF4-FFF2-40B4-BE49-F238E27FC236}">
                <a16:creationId xmlns:a16="http://schemas.microsoft.com/office/drawing/2014/main" id="{FC2DE532-4F29-B694-569E-F29E6A4EA428}"/>
              </a:ext>
            </a:extLst>
          </p:cNvPr>
          <p:cNvSpPr/>
          <p:nvPr/>
        </p:nvSpPr>
        <p:spPr>
          <a:xfrm>
            <a:off x="1810114" y="4091613"/>
            <a:ext cx="521980" cy="385127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rgbClr val="ABBF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1034;p42">
            <a:extLst>
              <a:ext uri="{FF2B5EF4-FFF2-40B4-BE49-F238E27FC236}">
                <a16:creationId xmlns:a16="http://schemas.microsoft.com/office/drawing/2014/main" id="{D283A238-6C79-87D5-CB34-BEFB8513F2BB}"/>
              </a:ext>
            </a:extLst>
          </p:cNvPr>
          <p:cNvSpPr txBox="1"/>
          <p:nvPr/>
        </p:nvSpPr>
        <p:spPr>
          <a:xfrm>
            <a:off x="4282879" y="1082693"/>
            <a:ext cx="1755849" cy="668144"/>
          </a:xfrm>
          <a:prstGeom prst="flowChartAlternateProcess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1A59E"/>
                </a:solidFill>
                <a:latin typeface="Roboto"/>
                <a:ea typeface="Roboto"/>
                <a:cs typeface="Roboto"/>
                <a:sym typeface="Roboto"/>
              </a:rPr>
              <a:t>Now Available for Pilot</a:t>
            </a:r>
            <a:endParaRPr sz="1600" b="1" dirty="0">
              <a:solidFill>
                <a:srgbClr val="01A5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up Business Infographics by Slidesgo">
  <a:themeElements>
    <a:clrScheme name="Simple Light">
      <a:dk1>
        <a:srgbClr val="000000"/>
      </a:dk1>
      <a:lt1>
        <a:srgbClr val="FDFDFD"/>
      </a:lt1>
      <a:dk2>
        <a:srgbClr val="B3B3B3"/>
      </a:dk2>
      <a:lt2>
        <a:srgbClr val="E4E4E4"/>
      </a:lt2>
      <a:accent1>
        <a:srgbClr val="596583"/>
      </a:accent1>
      <a:accent2>
        <a:srgbClr val="8798BB"/>
      </a:accent2>
      <a:accent3>
        <a:srgbClr val="ABBFDF"/>
      </a:accent3>
      <a:accent4>
        <a:srgbClr val="726392"/>
      </a:accent4>
      <a:accent5>
        <a:srgbClr val="AF89A7"/>
      </a:accent5>
      <a:accent6>
        <a:srgbClr val="CFB4C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149</Words>
  <Application>Microsoft Office PowerPoint</Application>
  <PresentationFormat>On-screen Show (16:9)</PresentationFormat>
  <Paragraphs>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Fira Sans Extra Condensed SemiBold</vt:lpstr>
      <vt:lpstr>Fira Sans Extra Condensed Medium</vt:lpstr>
      <vt:lpstr>Roboto</vt:lpstr>
      <vt:lpstr>Arial</vt:lpstr>
      <vt:lpstr>Startup Business Infographics by Slidesgo</vt:lpstr>
      <vt:lpstr>PowerPoint Presentation</vt:lpstr>
      <vt:lpstr>PowerPoint Presentation</vt:lpstr>
      <vt:lpstr>Unlock a whole new world of Agile efficiency</vt:lpstr>
      <vt:lpstr>Agile transformation – no magic carpet needed</vt:lpstr>
      <vt:lpstr>Let’s build the future together</vt:lpstr>
      <vt:lpstr>Pilot Requirements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Eric Bach</cp:lastModifiedBy>
  <cp:revision>99</cp:revision>
  <dcterms:modified xsi:type="dcterms:W3CDTF">2025-08-07T22:05:00Z</dcterms:modified>
</cp:coreProperties>
</file>